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2" r:id="rId10"/>
    <p:sldId id="263" r:id="rId11"/>
    <p:sldId id="266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7A5F"/>
    <a:srgbClr val="C20E1A"/>
    <a:srgbClr val="0F1F4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FE16C7-D7B7-FE11-A60F-3D4DA0D668C0}" v="110" dt="2026-05-26T20:20:03.661"/>
    <p1510:client id="{2F94C1A5-D310-4CC7-9E7A-FECD160E7FB1}" v="739" dt="2026-05-26T21:50:55.372"/>
    <p1510:client id="{E24F447F-B58F-0D54-E974-DE27AE1EF764}" v="1" dt="2026-05-26T21:57:44.0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073B4D3-0C33-4D0D-A175-97CD63B9F3B9}" type="doc">
      <dgm:prSet loTypeId="urn:microsoft.com/office/officeart/2005/8/layout/hList1" loCatId="list" qsTypeId="urn:microsoft.com/office/officeart/2005/8/quickstyle/simple1" qsCatId="simple" csTypeId="urn:microsoft.com/office/officeart/2005/8/colors/colorful4" csCatId="colorful"/>
      <dgm:spPr/>
      <dgm:t>
        <a:bodyPr/>
        <a:lstStyle/>
        <a:p>
          <a:endParaRPr lang="en-US"/>
        </a:p>
      </dgm:t>
    </dgm:pt>
    <dgm:pt modelId="{F79B6020-9081-4434-AA77-0FABEE831467}">
      <dgm:prSet/>
      <dgm:spPr/>
      <dgm:t>
        <a:bodyPr/>
        <a:lstStyle/>
        <a:p>
          <a:r>
            <a:rPr lang="es-ES" baseline="0"/>
            <a:t>Paper </a:t>
          </a:r>
          <a:endParaRPr lang="en-US"/>
        </a:p>
      </dgm:t>
    </dgm:pt>
    <dgm:pt modelId="{0D570975-CB4B-4676-B9DA-3A698A30CBD2}" type="parTrans" cxnId="{F8601A97-A9EC-4351-98A4-7E130A661B7B}">
      <dgm:prSet/>
      <dgm:spPr/>
      <dgm:t>
        <a:bodyPr/>
        <a:lstStyle/>
        <a:p>
          <a:endParaRPr lang="en-US"/>
        </a:p>
      </dgm:t>
    </dgm:pt>
    <dgm:pt modelId="{FF184C71-93FF-45AF-9FB0-EDA36F16250E}" type="sibTrans" cxnId="{F8601A97-A9EC-4351-98A4-7E130A661B7B}">
      <dgm:prSet/>
      <dgm:spPr/>
      <dgm:t>
        <a:bodyPr/>
        <a:lstStyle/>
        <a:p>
          <a:endParaRPr lang="en-US"/>
        </a:p>
      </dgm:t>
    </dgm:pt>
    <dgm:pt modelId="{7D7BB185-A89D-4951-8352-C183FF3E8F73}">
      <dgm:prSet/>
      <dgm:spPr/>
      <dgm:t>
        <a:bodyPr/>
        <a:lstStyle/>
        <a:p>
          <a:r>
            <a:rPr lang="es-ES"/>
            <a:t>DOI obligatorio y único </a:t>
          </a:r>
          <a:endParaRPr lang="en-US"/>
        </a:p>
      </dgm:t>
    </dgm:pt>
    <dgm:pt modelId="{EBC7E5A3-D3A2-4269-929B-8712B181E83B}" type="parTrans" cxnId="{43B4DBF8-E3A4-46FF-B12D-E85F88DC7062}">
      <dgm:prSet/>
      <dgm:spPr/>
      <dgm:t>
        <a:bodyPr/>
        <a:lstStyle/>
        <a:p>
          <a:endParaRPr lang="en-US"/>
        </a:p>
      </dgm:t>
    </dgm:pt>
    <dgm:pt modelId="{1A24394B-93CB-4829-9C82-E46D421CF274}" type="sibTrans" cxnId="{43B4DBF8-E3A4-46FF-B12D-E85F88DC7062}">
      <dgm:prSet/>
      <dgm:spPr/>
      <dgm:t>
        <a:bodyPr/>
        <a:lstStyle/>
        <a:p>
          <a:endParaRPr lang="en-US"/>
        </a:p>
      </dgm:t>
    </dgm:pt>
    <dgm:pt modelId="{11AD3463-BCF3-4535-8D5D-2401961F7BD8}">
      <dgm:prSet/>
      <dgm:spPr/>
      <dgm:t>
        <a:bodyPr/>
        <a:lstStyle/>
        <a:p>
          <a:r>
            <a:rPr lang="es-ES"/>
            <a:t>Título obligatorio </a:t>
          </a:r>
          <a:endParaRPr lang="en-US"/>
        </a:p>
      </dgm:t>
    </dgm:pt>
    <dgm:pt modelId="{18E0713F-6234-4BE7-BB46-C7B7870B6B6E}" type="parTrans" cxnId="{18B82766-1130-490F-BFE4-7E3ADCE9DF06}">
      <dgm:prSet/>
      <dgm:spPr/>
      <dgm:t>
        <a:bodyPr/>
        <a:lstStyle/>
        <a:p>
          <a:endParaRPr lang="en-US"/>
        </a:p>
      </dgm:t>
    </dgm:pt>
    <dgm:pt modelId="{DF749FE0-22A2-4EF2-BBE6-7AFBBBB0C8BB}" type="sibTrans" cxnId="{18B82766-1130-490F-BFE4-7E3ADCE9DF06}">
      <dgm:prSet/>
      <dgm:spPr/>
      <dgm:t>
        <a:bodyPr/>
        <a:lstStyle/>
        <a:p>
          <a:endParaRPr lang="en-US"/>
        </a:p>
      </dgm:t>
    </dgm:pt>
    <dgm:pt modelId="{94165BB7-523E-48E6-B5D4-9A86D1C6F8F0}">
      <dgm:prSet/>
      <dgm:spPr/>
      <dgm:t>
        <a:bodyPr/>
        <a:lstStyle/>
        <a:p>
          <a:r>
            <a:rPr lang="es-ES"/>
            <a:t>Año de publicación válido </a:t>
          </a:r>
          <a:endParaRPr lang="en-US"/>
        </a:p>
      </dgm:t>
    </dgm:pt>
    <dgm:pt modelId="{F7A63AC4-BC1A-41F5-872C-A6C24A821F82}" type="parTrans" cxnId="{6D7FF397-8116-48C3-A151-FF15BDD78FE8}">
      <dgm:prSet/>
      <dgm:spPr/>
      <dgm:t>
        <a:bodyPr/>
        <a:lstStyle/>
        <a:p>
          <a:endParaRPr lang="en-US"/>
        </a:p>
      </dgm:t>
    </dgm:pt>
    <dgm:pt modelId="{91805CD2-AFFB-4CDD-8EC2-54E10D701EF8}" type="sibTrans" cxnId="{6D7FF397-8116-48C3-A151-FF15BDD78FE8}">
      <dgm:prSet/>
      <dgm:spPr/>
      <dgm:t>
        <a:bodyPr/>
        <a:lstStyle/>
        <a:p>
          <a:endParaRPr lang="en-US"/>
        </a:p>
      </dgm:t>
    </dgm:pt>
    <dgm:pt modelId="{34853D57-3AF0-4075-8F83-621329B7E165}">
      <dgm:prSet/>
      <dgm:spPr/>
      <dgm:t>
        <a:bodyPr/>
        <a:lstStyle/>
        <a:p>
          <a:r>
            <a:rPr lang="es-ES" baseline="0"/>
            <a:t>Organization </a:t>
          </a:r>
          <a:endParaRPr lang="en-US"/>
        </a:p>
      </dgm:t>
    </dgm:pt>
    <dgm:pt modelId="{DAA51A02-80E4-438E-AC49-1DFC9383D06D}" type="parTrans" cxnId="{B3148D5B-5240-4F65-993E-230CCAC2DB95}">
      <dgm:prSet/>
      <dgm:spPr/>
      <dgm:t>
        <a:bodyPr/>
        <a:lstStyle/>
        <a:p>
          <a:endParaRPr lang="en-US"/>
        </a:p>
      </dgm:t>
    </dgm:pt>
    <dgm:pt modelId="{C26FE567-D463-4208-98E4-F0A9137FFEA2}" type="sibTrans" cxnId="{B3148D5B-5240-4F65-993E-230CCAC2DB95}">
      <dgm:prSet/>
      <dgm:spPr/>
      <dgm:t>
        <a:bodyPr/>
        <a:lstStyle/>
        <a:p>
          <a:endParaRPr lang="en-US"/>
        </a:p>
      </dgm:t>
    </dgm:pt>
    <dgm:pt modelId="{6C2066CE-4CC5-4023-B38C-F38E3A40260E}">
      <dgm:prSet/>
      <dgm:spPr/>
      <dgm:t>
        <a:bodyPr/>
        <a:lstStyle/>
        <a:p>
          <a:r>
            <a:rPr lang="es-ES"/>
            <a:t>Validación de identificadores ROR </a:t>
          </a:r>
          <a:endParaRPr lang="en-US"/>
        </a:p>
      </dgm:t>
    </dgm:pt>
    <dgm:pt modelId="{BDDB6F2E-5E37-43A8-85F1-11380495BBE1}" type="parTrans" cxnId="{951B39D1-8EC4-4DCF-8267-6E606E65B740}">
      <dgm:prSet/>
      <dgm:spPr/>
      <dgm:t>
        <a:bodyPr/>
        <a:lstStyle/>
        <a:p>
          <a:endParaRPr lang="en-US"/>
        </a:p>
      </dgm:t>
    </dgm:pt>
    <dgm:pt modelId="{6A4902E9-1124-4D46-B147-441B3FC26B3B}" type="sibTrans" cxnId="{951B39D1-8EC4-4DCF-8267-6E606E65B740}">
      <dgm:prSet/>
      <dgm:spPr/>
      <dgm:t>
        <a:bodyPr/>
        <a:lstStyle/>
        <a:p>
          <a:endParaRPr lang="en-US"/>
        </a:p>
      </dgm:t>
    </dgm:pt>
    <dgm:pt modelId="{F49D432B-55E8-4832-B1F8-DD1641FE81CF}">
      <dgm:prSet/>
      <dgm:spPr/>
      <dgm:t>
        <a:bodyPr/>
        <a:lstStyle/>
        <a:p>
          <a:r>
            <a:rPr lang="es-ES"/>
            <a:t>Nombre obligatorio </a:t>
          </a:r>
          <a:endParaRPr lang="en-US"/>
        </a:p>
      </dgm:t>
    </dgm:pt>
    <dgm:pt modelId="{91EC1884-AA75-4709-8DD5-8B24F924EE94}" type="parTrans" cxnId="{0B5CE681-03EC-4CA0-934D-78D26DE9E0F2}">
      <dgm:prSet/>
      <dgm:spPr/>
      <dgm:t>
        <a:bodyPr/>
        <a:lstStyle/>
        <a:p>
          <a:endParaRPr lang="en-US"/>
        </a:p>
      </dgm:t>
    </dgm:pt>
    <dgm:pt modelId="{CC9FF344-B145-4481-B9D7-92957491346D}" type="sibTrans" cxnId="{0B5CE681-03EC-4CA0-934D-78D26DE9E0F2}">
      <dgm:prSet/>
      <dgm:spPr/>
      <dgm:t>
        <a:bodyPr/>
        <a:lstStyle/>
        <a:p>
          <a:endParaRPr lang="en-US"/>
        </a:p>
      </dgm:t>
    </dgm:pt>
    <dgm:pt modelId="{17894E00-F62E-4E69-B2A6-0F51B5FD2C97}">
      <dgm:prSet/>
      <dgm:spPr/>
      <dgm:t>
        <a:bodyPr/>
        <a:lstStyle/>
        <a:p>
          <a:r>
            <a:rPr lang="es-ES" baseline="0"/>
            <a:t>TopicAssignment </a:t>
          </a:r>
          <a:endParaRPr lang="en-US"/>
        </a:p>
      </dgm:t>
    </dgm:pt>
    <dgm:pt modelId="{B9D86B92-A72F-4A3D-BEAB-9C3DA130EAFC}" type="parTrans" cxnId="{8D2D993E-921E-4720-AEDC-FBCA0EA9F966}">
      <dgm:prSet/>
      <dgm:spPr/>
      <dgm:t>
        <a:bodyPr/>
        <a:lstStyle/>
        <a:p>
          <a:endParaRPr lang="en-US"/>
        </a:p>
      </dgm:t>
    </dgm:pt>
    <dgm:pt modelId="{034E7A2A-F37F-472D-94F0-5EEB9875A538}" type="sibTrans" cxnId="{8D2D993E-921E-4720-AEDC-FBCA0EA9F966}">
      <dgm:prSet/>
      <dgm:spPr/>
      <dgm:t>
        <a:bodyPr/>
        <a:lstStyle/>
        <a:p>
          <a:endParaRPr lang="en-US"/>
        </a:p>
      </dgm:t>
    </dgm:pt>
    <dgm:pt modelId="{D57DF32B-F338-4014-92D6-C22EA109CDA7}">
      <dgm:prSet/>
      <dgm:spPr/>
      <dgm:t>
        <a:bodyPr/>
        <a:lstStyle/>
        <a:p>
          <a:r>
            <a:rPr lang="es-ES"/>
            <a:t>Probabilidades válidas entre 0 y 1 </a:t>
          </a:r>
          <a:endParaRPr lang="en-US"/>
        </a:p>
      </dgm:t>
    </dgm:pt>
    <dgm:pt modelId="{0B23ED7C-4EC3-446E-BD74-DEB3D5864088}" type="parTrans" cxnId="{4824AAFE-0B59-4ACB-9C31-35EF7589836C}">
      <dgm:prSet/>
      <dgm:spPr/>
      <dgm:t>
        <a:bodyPr/>
        <a:lstStyle/>
        <a:p>
          <a:endParaRPr lang="en-US"/>
        </a:p>
      </dgm:t>
    </dgm:pt>
    <dgm:pt modelId="{BAEDC986-0DB2-4F0C-B784-C6FA2C3F2221}" type="sibTrans" cxnId="{4824AAFE-0B59-4ACB-9C31-35EF7589836C}">
      <dgm:prSet/>
      <dgm:spPr/>
      <dgm:t>
        <a:bodyPr/>
        <a:lstStyle/>
        <a:p>
          <a:endParaRPr lang="en-US"/>
        </a:p>
      </dgm:t>
    </dgm:pt>
    <dgm:pt modelId="{C76D381F-6272-4927-A62B-484E5B2A88BA}">
      <dgm:prSet/>
      <dgm:spPr/>
      <dgm:t>
        <a:bodyPr/>
        <a:lstStyle/>
        <a:p>
          <a:r>
            <a:rPr lang="es-ES"/>
            <a:t>Threshold obligatorio </a:t>
          </a:r>
          <a:endParaRPr lang="en-US"/>
        </a:p>
      </dgm:t>
    </dgm:pt>
    <dgm:pt modelId="{5FAD092C-27B3-4FC7-9EDD-A8969E6A4FC0}" type="parTrans" cxnId="{15415075-3848-4243-B175-2B1FAEF422EC}">
      <dgm:prSet/>
      <dgm:spPr/>
      <dgm:t>
        <a:bodyPr/>
        <a:lstStyle/>
        <a:p>
          <a:endParaRPr lang="en-US"/>
        </a:p>
      </dgm:t>
    </dgm:pt>
    <dgm:pt modelId="{99B496DE-B222-4423-9FBD-2EB8591017A2}" type="sibTrans" cxnId="{15415075-3848-4243-B175-2B1FAEF422EC}">
      <dgm:prSet/>
      <dgm:spPr/>
      <dgm:t>
        <a:bodyPr/>
        <a:lstStyle/>
        <a:p>
          <a:endParaRPr lang="en-US"/>
        </a:p>
      </dgm:t>
    </dgm:pt>
    <dgm:pt modelId="{A0BFAF48-FD6F-483C-AF59-99A3103F93C5}">
      <dgm:prSet/>
      <dgm:spPr/>
      <dgm:t>
        <a:bodyPr/>
        <a:lstStyle/>
        <a:p>
          <a:r>
            <a:rPr lang="es-ES" baseline="0"/>
            <a:t>SimilarityRelation </a:t>
          </a:r>
          <a:endParaRPr lang="en-US"/>
        </a:p>
      </dgm:t>
    </dgm:pt>
    <dgm:pt modelId="{758792E2-4788-4229-A399-4D9D30308247}" type="parTrans" cxnId="{D7CF8CC3-CF13-4B4C-A50C-D2D59E503F34}">
      <dgm:prSet/>
      <dgm:spPr/>
      <dgm:t>
        <a:bodyPr/>
        <a:lstStyle/>
        <a:p>
          <a:endParaRPr lang="en-US"/>
        </a:p>
      </dgm:t>
    </dgm:pt>
    <dgm:pt modelId="{E480D09F-34C0-49F6-955C-70C77C9C27FC}" type="sibTrans" cxnId="{D7CF8CC3-CF13-4B4C-A50C-D2D59E503F34}">
      <dgm:prSet/>
      <dgm:spPr/>
      <dgm:t>
        <a:bodyPr/>
        <a:lstStyle/>
        <a:p>
          <a:endParaRPr lang="en-US"/>
        </a:p>
      </dgm:t>
    </dgm:pt>
    <dgm:pt modelId="{5718EACE-BB09-451E-9571-C6B463F96530}">
      <dgm:prSet/>
      <dgm:spPr/>
      <dgm:t>
        <a:bodyPr/>
        <a:lstStyle/>
        <a:p>
          <a:r>
            <a:rPr lang="es-ES"/>
            <a:t>Relación válida entre dos papers </a:t>
          </a:r>
          <a:endParaRPr lang="en-US"/>
        </a:p>
      </dgm:t>
    </dgm:pt>
    <dgm:pt modelId="{73F76BB0-6D79-4B2E-80F0-0D35AF20D5EE}" type="parTrans" cxnId="{D11996CF-F1E5-4A19-9E34-32C6121E1BF0}">
      <dgm:prSet/>
      <dgm:spPr/>
      <dgm:t>
        <a:bodyPr/>
        <a:lstStyle/>
        <a:p>
          <a:endParaRPr lang="en-US"/>
        </a:p>
      </dgm:t>
    </dgm:pt>
    <dgm:pt modelId="{21F1EA5D-BE9E-49D1-AC10-7A9690E1FABB}" type="sibTrans" cxnId="{D11996CF-F1E5-4A19-9E34-32C6121E1BF0}">
      <dgm:prSet/>
      <dgm:spPr/>
      <dgm:t>
        <a:bodyPr/>
        <a:lstStyle/>
        <a:p>
          <a:endParaRPr lang="en-US"/>
        </a:p>
      </dgm:t>
    </dgm:pt>
    <dgm:pt modelId="{8DC309EB-4286-4FAE-92FD-7F778B4346AB}">
      <dgm:prSet/>
      <dgm:spPr/>
      <dgm:t>
        <a:bodyPr/>
        <a:lstStyle/>
        <a:p>
          <a:r>
            <a:rPr lang="es-ES"/>
            <a:t>Score de similitud validado </a:t>
          </a:r>
          <a:endParaRPr lang="en-US"/>
        </a:p>
      </dgm:t>
    </dgm:pt>
    <dgm:pt modelId="{F3E63402-046F-4DEF-9DC8-368A88191F9E}" type="parTrans" cxnId="{5AD30777-C916-4CA8-9111-413BE4FA3EB5}">
      <dgm:prSet/>
      <dgm:spPr/>
      <dgm:t>
        <a:bodyPr/>
        <a:lstStyle/>
        <a:p>
          <a:endParaRPr lang="en-US"/>
        </a:p>
      </dgm:t>
    </dgm:pt>
    <dgm:pt modelId="{4B224370-6882-4767-ADBB-180E259C1D5F}" type="sibTrans" cxnId="{5AD30777-C916-4CA8-9111-413BE4FA3EB5}">
      <dgm:prSet/>
      <dgm:spPr/>
      <dgm:t>
        <a:bodyPr/>
        <a:lstStyle/>
        <a:p>
          <a:endParaRPr lang="en-US"/>
        </a:p>
      </dgm:t>
    </dgm:pt>
    <dgm:pt modelId="{84C5089B-EC8D-4350-8BE5-FC9D4A05E3F3}">
      <dgm:prSet/>
      <dgm:spPr/>
      <dgm:t>
        <a:bodyPr/>
        <a:lstStyle/>
        <a:p>
          <a:r>
            <a:rPr lang="es-ES" baseline="0"/>
            <a:t>SoftwareMention </a:t>
          </a:r>
          <a:endParaRPr lang="en-US"/>
        </a:p>
      </dgm:t>
    </dgm:pt>
    <dgm:pt modelId="{A092958C-1986-4A34-802C-67110A5501DC}" type="parTrans" cxnId="{DEDE17C9-6C6A-4739-AD9B-E88D84F0DDE5}">
      <dgm:prSet/>
      <dgm:spPr/>
      <dgm:t>
        <a:bodyPr/>
        <a:lstStyle/>
        <a:p>
          <a:endParaRPr lang="en-US"/>
        </a:p>
      </dgm:t>
    </dgm:pt>
    <dgm:pt modelId="{A01EBA67-89A6-445C-A4C5-B9708C196D5E}" type="sibTrans" cxnId="{DEDE17C9-6C6A-4739-AD9B-E88D84F0DDE5}">
      <dgm:prSet/>
      <dgm:spPr/>
      <dgm:t>
        <a:bodyPr/>
        <a:lstStyle/>
        <a:p>
          <a:endParaRPr lang="en-US"/>
        </a:p>
      </dgm:t>
    </dgm:pt>
    <dgm:pt modelId="{C59E506C-8E8B-4939-94A7-B513BA916B33}">
      <dgm:prSet/>
      <dgm:spPr/>
      <dgm:t>
        <a:bodyPr/>
        <a:lstStyle/>
        <a:p>
          <a:r>
            <a:rPr lang="es-ES"/>
            <a:t>Registro obligatorio del método de extracción</a:t>
          </a:r>
          <a:endParaRPr lang="en-US"/>
        </a:p>
      </dgm:t>
    </dgm:pt>
    <dgm:pt modelId="{CAD14FE7-B308-4E22-9477-80F40AF77C51}" type="parTrans" cxnId="{A70736E4-C100-4AB8-A5CB-455645371DAD}">
      <dgm:prSet/>
      <dgm:spPr/>
      <dgm:t>
        <a:bodyPr/>
        <a:lstStyle/>
        <a:p>
          <a:endParaRPr lang="en-US"/>
        </a:p>
      </dgm:t>
    </dgm:pt>
    <dgm:pt modelId="{79B0B850-8F61-498C-B84C-7709BF851F5B}" type="sibTrans" cxnId="{A70736E4-C100-4AB8-A5CB-455645371DAD}">
      <dgm:prSet/>
      <dgm:spPr/>
      <dgm:t>
        <a:bodyPr/>
        <a:lstStyle/>
        <a:p>
          <a:endParaRPr lang="en-US"/>
        </a:p>
      </dgm:t>
    </dgm:pt>
    <dgm:pt modelId="{F8F1FEE3-085A-4308-93FC-44A63359C8D2}" type="pres">
      <dgm:prSet presAssocID="{B073B4D3-0C33-4D0D-A175-97CD63B9F3B9}" presName="Name0" presStyleCnt="0">
        <dgm:presLayoutVars>
          <dgm:dir/>
          <dgm:animLvl val="lvl"/>
          <dgm:resizeHandles val="exact"/>
        </dgm:presLayoutVars>
      </dgm:prSet>
      <dgm:spPr/>
    </dgm:pt>
    <dgm:pt modelId="{BD227486-7B1F-4A62-8DF3-A543AEE6D84A}" type="pres">
      <dgm:prSet presAssocID="{F79B6020-9081-4434-AA77-0FABEE831467}" presName="composite" presStyleCnt="0"/>
      <dgm:spPr/>
    </dgm:pt>
    <dgm:pt modelId="{5257B208-96A6-4ECF-8114-2E3703B0C7B9}" type="pres">
      <dgm:prSet presAssocID="{F79B6020-9081-4434-AA77-0FABEE831467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C934AAF0-CAA0-4516-B6D8-C651A709E60E}" type="pres">
      <dgm:prSet presAssocID="{F79B6020-9081-4434-AA77-0FABEE831467}" presName="desTx" presStyleLbl="alignAccFollowNode1" presStyleIdx="0" presStyleCnt="5">
        <dgm:presLayoutVars>
          <dgm:bulletEnabled val="1"/>
        </dgm:presLayoutVars>
      </dgm:prSet>
      <dgm:spPr/>
    </dgm:pt>
    <dgm:pt modelId="{EC0F7518-6880-4859-A3CD-0432D18988D2}" type="pres">
      <dgm:prSet presAssocID="{FF184C71-93FF-45AF-9FB0-EDA36F16250E}" presName="space" presStyleCnt="0"/>
      <dgm:spPr/>
    </dgm:pt>
    <dgm:pt modelId="{6477AAC3-7473-4870-9D5E-80E7FA9FE2C8}" type="pres">
      <dgm:prSet presAssocID="{34853D57-3AF0-4075-8F83-621329B7E165}" presName="composite" presStyleCnt="0"/>
      <dgm:spPr/>
    </dgm:pt>
    <dgm:pt modelId="{B7B8BAEF-36B0-47DE-9055-C26F4119F1D6}" type="pres">
      <dgm:prSet presAssocID="{34853D57-3AF0-4075-8F83-621329B7E165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328B4C5E-7AE6-46ED-BA3B-B1EE851BBFD1}" type="pres">
      <dgm:prSet presAssocID="{34853D57-3AF0-4075-8F83-621329B7E165}" presName="desTx" presStyleLbl="alignAccFollowNode1" presStyleIdx="1" presStyleCnt="5">
        <dgm:presLayoutVars>
          <dgm:bulletEnabled val="1"/>
        </dgm:presLayoutVars>
      </dgm:prSet>
      <dgm:spPr/>
    </dgm:pt>
    <dgm:pt modelId="{C41F1D08-C1D0-4BC7-BB0D-9351B051F19D}" type="pres">
      <dgm:prSet presAssocID="{C26FE567-D463-4208-98E4-F0A9137FFEA2}" presName="space" presStyleCnt="0"/>
      <dgm:spPr/>
    </dgm:pt>
    <dgm:pt modelId="{94BB18BB-B1E0-4BFF-9D16-9310E6746EAD}" type="pres">
      <dgm:prSet presAssocID="{17894E00-F62E-4E69-B2A6-0F51B5FD2C97}" presName="composite" presStyleCnt="0"/>
      <dgm:spPr/>
    </dgm:pt>
    <dgm:pt modelId="{35A36562-C31E-4458-BF8F-B8718F75B00D}" type="pres">
      <dgm:prSet presAssocID="{17894E00-F62E-4E69-B2A6-0F51B5FD2C97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234B5A98-5670-4F6F-92FA-1935FFFE5F58}" type="pres">
      <dgm:prSet presAssocID="{17894E00-F62E-4E69-B2A6-0F51B5FD2C97}" presName="desTx" presStyleLbl="alignAccFollowNode1" presStyleIdx="2" presStyleCnt="5">
        <dgm:presLayoutVars>
          <dgm:bulletEnabled val="1"/>
        </dgm:presLayoutVars>
      </dgm:prSet>
      <dgm:spPr/>
    </dgm:pt>
    <dgm:pt modelId="{E252343D-8477-47FF-B112-447ABC73FF05}" type="pres">
      <dgm:prSet presAssocID="{034E7A2A-F37F-472D-94F0-5EEB9875A538}" presName="space" presStyleCnt="0"/>
      <dgm:spPr/>
    </dgm:pt>
    <dgm:pt modelId="{47154635-7C9E-41AC-A32D-45BE20CA6AFE}" type="pres">
      <dgm:prSet presAssocID="{A0BFAF48-FD6F-483C-AF59-99A3103F93C5}" presName="composite" presStyleCnt="0"/>
      <dgm:spPr/>
    </dgm:pt>
    <dgm:pt modelId="{F4E12C29-66B9-4203-BEE0-0310E4FBE4C7}" type="pres">
      <dgm:prSet presAssocID="{A0BFAF48-FD6F-483C-AF59-99A3103F93C5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F9491AF8-C429-4DC4-AFE3-5D75611FEF1E}" type="pres">
      <dgm:prSet presAssocID="{A0BFAF48-FD6F-483C-AF59-99A3103F93C5}" presName="desTx" presStyleLbl="alignAccFollowNode1" presStyleIdx="3" presStyleCnt="5">
        <dgm:presLayoutVars>
          <dgm:bulletEnabled val="1"/>
        </dgm:presLayoutVars>
      </dgm:prSet>
      <dgm:spPr/>
    </dgm:pt>
    <dgm:pt modelId="{01D97F51-5A47-41A8-A22E-E95EEE2D041C}" type="pres">
      <dgm:prSet presAssocID="{E480D09F-34C0-49F6-955C-70C77C9C27FC}" presName="space" presStyleCnt="0"/>
      <dgm:spPr/>
    </dgm:pt>
    <dgm:pt modelId="{916ACCA0-56F7-4F69-8F40-354E3DD87C2B}" type="pres">
      <dgm:prSet presAssocID="{84C5089B-EC8D-4350-8BE5-FC9D4A05E3F3}" presName="composite" presStyleCnt="0"/>
      <dgm:spPr/>
    </dgm:pt>
    <dgm:pt modelId="{A0EF3646-965F-4C3E-BF2A-B5E77C170025}" type="pres">
      <dgm:prSet presAssocID="{84C5089B-EC8D-4350-8BE5-FC9D4A05E3F3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FB52D8C7-6961-4315-9B04-CC2B4FEAB4AB}" type="pres">
      <dgm:prSet presAssocID="{84C5089B-EC8D-4350-8BE5-FC9D4A05E3F3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CFD85709-4FF0-4469-A25D-361CF7A04358}" type="presOf" srcId="{84C5089B-EC8D-4350-8BE5-FC9D4A05E3F3}" destId="{A0EF3646-965F-4C3E-BF2A-B5E77C170025}" srcOrd="0" destOrd="0" presId="urn:microsoft.com/office/officeart/2005/8/layout/hList1"/>
    <dgm:cxn modelId="{5C2F0236-5FD5-4DFE-9D33-655374DBF970}" type="presOf" srcId="{A0BFAF48-FD6F-483C-AF59-99A3103F93C5}" destId="{F4E12C29-66B9-4203-BEE0-0310E4FBE4C7}" srcOrd="0" destOrd="0" presId="urn:microsoft.com/office/officeart/2005/8/layout/hList1"/>
    <dgm:cxn modelId="{8D2D993E-921E-4720-AEDC-FBCA0EA9F966}" srcId="{B073B4D3-0C33-4D0D-A175-97CD63B9F3B9}" destId="{17894E00-F62E-4E69-B2A6-0F51B5FD2C97}" srcOrd="2" destOrd="0" parTransId="{B9D86B92-A72F-4A3D-BEAB-9C3DA130EAFC}" sibTransId="{034E7A2A-F37F-472D-94F0-5EEB9875A538}"/>
    <dgm:cxn modelId="{B3148D5B-5240-4F65-993E-230CCAC2DB95}" srcId="{B073B4D3-0C33-4D0D-A175-97CD63B9F3B9}" destId="{34853D57-3AF0-4075-8F83-621329B7E165}" srcOrd="1" destOrd="0" parTransId="{DAA51A02-80E4-438E-AC49-1DFC9383D06D}" sibTransId="{C26FE567-D463-4208-98E4-F0A9137FFEA2}"/>
    <dgm:cxn modelId="{18B82766-1130-490F-BFE4-7E3ADCE9DF06}" srcId="{F79B6020-9081-4434-AA77-0FABEE831467}" destId="{11AD3463-BCF3-4535-8D5D-2401961F7BD8}" srcOrd="1" destOrd="0" parTransId="{18E0713F-6234-4BE7-BB46-C7B7870B6B6E}" sibTransId="{DF749FE0-22A2-4EF2-BBE6-7AFBBBB0C8BB}"/>
    <dgm:cxn modelId="{198CCB6E-E99B-49A2-AEC3-9AE0A8C0F827}" type="presOf" srcId="{F49D432B-55E8-4832-B1F8-DD1641FE81CF}" destId="{328B4C5E-7AE6-46ED-BA3B-B1EE851BBFD1}" srcOrd="0" destOrd="1" presId="urn:microsoft.com/office/officeart/2005/8/layout/hList1"/>
    <dgm:cxn modelId="{15415075-3848-4243-B175-2B1FAEF422EC}" srcId="{17894E00-F62E-4E69-B2A6-0F51B5FD2C97}" destId="{C76D381F-6272-4927-A62B-484E5B2A88BA}" srcOrd="1" destOrd="0" parTransId="{5FAD092C-27B3-4FC7-9EDD-A8969E6A4FC0}" sibTransId="{99B496DE-B222-4423-9FBD-2EB8591017A2}"/>
    <dgm:cxn modelId="{1C9DF975-87CD-4D6E-8540-63C97F7910DF}" type="presOf" srcId="{94165BB7-523E-48E6-B5D4-9A86D1C6F8F0}" destId="{C934AAF0-CAA0-4516-B6D8-C651A709E60E}" srcOrd="0" destOrd="2" presId="urn:microsoft.com/office/officeart/2005/8/layout/hList1"/>
    <dgm:cxn modelId="{5AD30777-C916-4CA8-9111-413BE4FA3EB5}" srcId="{A0BFAF48-FD6F-483C-AF59-99A3103F93C5}" destId="{8DC309EB-4286-4FAE-92FD-7F778B4346AB}" srcOrd="1" destOrd="0" parTransId="{F3E63402-046F-4DEF-9DC8-368A88191F9E}" sibTransId="{4B224370-6882-4767-ADBB-180E259C1D5F}"/>
    <dgm:cxn modelId="{6422A759-7C7E-4C57-97F5-5466F71F9C19}" type="presOf" srcId="{F79B6020-9081-4434-AA77-0FABEE831467}" destId="{5257B208-96A6-4ECF-8114-2E3703B0C7B9}" srcOrd="0" destOrd="0" presId="urn:microsoft.com/office/officeart/2005/8/layout/hList1"/>
    <dgm:cxn modelId="{AFF97C7C-4D93-40C5-A8AF-1E159ABF7018}" type="presOf" srcId="{C76D381F-6272-4927-A62B-484E5B2A88BA}" destId="{234B5A98-5670-4F6F-92FA-1935FFFE5F58}" srcOrd="0" destOrd="1" presId="urn:microsoft.com/office/officeart/2005/8/layout/hList1"/>
    <dgm:cxn modelId="{C7902A7D-7EAF-40E5-B898-21C1F085CA59}" type="presOf" srcId="{11AD3463-BCF3-4535-8D5D-2401961F7BD8}" destId="{C934AAF0-CAA0-4516-B6D8-C651A709E60E}" srcOrd="0" destOrd="1" presId="urn:microsoft.com/office/officeart/2005/8/layout/hList1"/>
    <dgm:cxn modelId="{0B5CE681-03EC-4CA0-934D-78D26DE9E0F2}" srcId="{34853D57-3AF0-4075-8F83-621329B7E165}" destId="{F49D432B-55E8-4832-B1F8-DD1641FE81CF}" srcOrd="1" destOrd="0" parTransId="{91EC1884-AA75-4709-8DD5-8B24F924EE94}" sibTransId="{CC9FF344-B145-4481-B9D7-92957491346D}"/>
    <dgm:cxn modelId="{D9806F89-A662-4133-9FB1-58631F4517FD}" type="presOf" srcId="{6C2066CE-4CC5-4023-B38C-F38E3A40260E}" destId="{328B4C5E-7AE6-46ED-BA3B-B1EE851BBFD1}" srcOrd="0" destOrd="0" presId="urn:microsoft.com/office/officeart/2005/8/layout/hList1"/>
    <dgm:cxn modelId="{F8601A97-A9EC-4351-98A4-7E130A661B7B}" srcId="{B073B4D3-0C33-4D0D-A175-97CD63B9F3B9}" destId="{F79B6020-9081-4434-AA77-0FABEE831467}" srcOrd="0" destOrd="0" parTransId="{0D570975-CB4B-4676-B9DA-3A698A30CBD2}" sibTransId="{FF184C71-93FF-45AF-9FB0-EDA36F16250E}"/>
    <dgm:cxn modelId="{6D7FF397-8116-48C3-A151-FF15BDD78FE8}" srcId="{F79B6020-9081-4434-AA77-0FABEE831467}" destId="{94165BB7-523E-48E6-B5D4-9A86D1C6F8F0}" srcOrd="2" destOrd="0" parTransId="{F7A63AC4-BC1A-41F5-872C-A6C24A821F82}" sibTransId="{91805CD2-AFFB-4CDD-8EC2-54E10D701EF8}"/>
    <dgm:cxn modelId="{F4C83FA6-9ECD-4C09-BDB0-18F1F06689BD}" type="presOf" srcId="{D57DF32B-F338-4014-92D6-C22EA109CDA7}" destId="{234B5A98-5670-4F6F-92FA-1935FFFE5F58}" srcOrd="0" destOrd="0" presId="urn:microsoft.com/office/officeart/2005/8/layout/hList1"/>
    <dgm:cxn modelId="{10A046AD-6902-42E6-9CA3-968ED14A1FD2}" type="presOf" srcId="{C59E506C-8E8B-4939-94A7-B513BA916B33}" destId="{FB52D8C7-6961-4315-9B04-CC2B4FEAB4AB}" srcOrd="0" destOrd="0" presId="urn:microsoft.com/office/officeart/2005/8/layout/hList1"/>
    <dgm:cxn modelId="{746312AE-A27C-4560-9AAE-0EE27AAD435B}" type="presOf" srcId="{7D7BB185-A89D-4951-8352-C183FF3E8F73}" destId="{C934AAF0-CAA0-4516-B6D8-C651A709E60E}" srcOrd="0" destOrd="0" presId="urn:microsoft.com/office/officeart/2005/8/layout/hList1"/>
    <dgm:cxn modelId="{E7AC46AF-EB08-4FAC-9CBA-E9AD4F34F653}" type="presOf" srcId="{34853D57-3AF0-4075-8F83-621329B7E165}" destId="{B7B8BAEF-36B0-47DE-9055-C26F4119F1D6}" srcOrd="0" destOrd="0" presId="urn:microsoft.com/office/officeart/2005/8/layout/hList1"/>
    <dgm:cxn modelId="{23FB09BE-EE81-4E8A-8D4D-E0D6C7C3794B}" type="presOf" srcId="{B073B4D3-0C33-4D0D-A175-97CD63B9F3B9}" destId="{F8F1FEE3-085A-4308-93FC-44A63359C8D2}" srcOrd="0" destOrd="0" presId="urn:microsoft.com/office/officeart/2005/8/layout/hList1"/>
    <dgm:cxn modelId="{D7CF8CC3-CF13-4B4C-A50C-D2D59E503F34}" srcId="{B073B4D3-0C33-4D0D-A175-97CD63B9F3B9}" destId="{A0BFAF48-FD6F-483C-AF59-99A3103F93C5}" srcOrd="3" destOrd="0" parTransId="{758792E2-4788-4229-A399-4D9D30308247}" sibTransId="{E480D09F-34C0-49F6-955C-70C77C9C27FC}"/>
    <dgm:cxn modelId="{DEDE17C9-6C6A-4739-AD9B-E88D84F0DDE5}" srcId="{B073B4D3-0C33-4D0D-A175-97CD63B9F3B9}" destId="{84C5089B-EC8D-4350-8BE5-FC9D4A05E3F3}" srcOrd="4" destOrd="0" parTransId="{A092958C-1986-4A34-802C-67110A5501DC}" sibTransId="{A01EBA67-89A6-445C-A4C5-B9708C196D5E}"/>
    <dgm:cxn modelId="{D11996CF-F1E5-4A19-9E34-32C6121E1BF0}" srcId="{A0BFAF48-FD6F-483C-AF59-99A3103F93C5}" destId="{5718EACE-BB09-451E-9571-C6B463F96530}" srcOrd="0" destOrd="0" parTransId="{73F76BB0-6D79-4B2E-80F0-0D35AF20D5EE}" sibTransId="{21F1EA5D-BE9E-49D1-AC10-7A9690E1FABB}"/>
    <dgm:cxn modelId="{951B39D1-8EC4-4DCF-8267-6E606E65B740}" srcId="{34853D57-3AF0-4075-8F83-621329B7E165}" destId="{6C2066CE-4CC5-4023-B38C-F38E3A40260E}" srcOrd="0" destOrd="0" parTransId="{BDDB6F2E-5E37-43A8-85F1-11380495BBE1}" sibTransId="{6A4902E9-1124-4D46-B147-441B3FC26B3B}"/>
    <dgm:cxn modelId="{A70736E4-C100-4AB8-A5CB-455645371DAD}" srcId="{84C5089B-EC8D-4350-8BE5-FC9D4A05E3F3}" destId="{C59E506C-8E8B-4939-94A7-B513BA916B33}" srcOrd="0" destOrd="0" parTransId="{CAD14FE7-B308-4E22-9477-80F40AF77C51}" sibTransId="{79B0B850-8F61-498C-B84C-7709BF851F5B}"/>
    <dgm:cxn modelId="{39C0C0EA-EB07-4933-B052-40921B0251BE}" type="presOf" srcId="{17894E00-F62E-4E69-B2A6-0F51B5FD2C97}" destId="{35A36562-C31E-4458-BF8F-B8718F75B00D}" srcOrd="0" destOrd="0" presId="urn:microsoft.com/office/officeart/2005/8/layout/hList1"/>
    <dgm:cxn modelId="{740D80EF-F29C-466E-96D3-4857ECF0D745}" type="presOf" srcId="{5718EACE-BB09-451E-9571-C6B463F96530}" destId="{F9491AF8-C429-4DC4-AFE3-5D75611FEF1E}" srcOrd="0" destOrd="0" presId="urn:microsoft.com/office/officeart/2005/8/layout/hList1"/>
    <dgm:cxn modelId="{C131D3F0-F5E7-4968-817B-41E94564A28A}" type="presOf" srcId="{8DC309EB-4286-4FAE-92FD-7F778B4346AB}" destId="{F9491AF8-C429-4DC4-AFE3-5D75611FEF1E}" srcOrd="0" destOrd="1" presId="urn:microsoft.com/office/officeart/2005/8/layout/hList1"/>
    <dgm:cxn modelId="{43B4DBF8-E3A4-46FF-B12D-E85F88DC7062}" srcId="{F79B6020-9081-4434-AA77-0FABEE831467}" destId="{7D7BB185-A89D-4951-8352-C183FF3E8F73}" srcOrd="0" destOrd="0" parTransId="{EBC7E5A3-D3A2-4269-929B-8712B181E83B}" sibTransId="{1A24394B-93CB-4829-9C82-E46D421CF274}"/>
    <dgm:cxn modelId="{4824AAFE-0B59-4ACB-9C31-35EF7589836C}" srcId="{17894E00-F62E-4E69-B2A6-0F51B5FD2C97}" destId="{D57DF32B-F338-4014-92D6-C22EA109CDA7}" srcOrd="0" destOrd="0" parTransId="{0B23ED7C-4EC3-446E-BD74-DEB3D5864088}" sibTransId="{BAEDC986-0DB2-4F0C-B784-C6FA2C3F2221}"/>
    <dgm:cxn modelId="{1EDB61BD-7D51-46E2-B429-F9D49123827F}" type="presParOf" srcId="{F8F1FEE3-085A-4308-93FC-44A63359C8D2}" destId="{BD227486-7B1F-4A62-8DF3-A543AEE6D84A}" srcOrd="0" destOrd="0" presId="urn:microsoft.com/office/officeart/2005/8/layout/hList1"/>
    <dgm:cxn modelId="{2D1956CD-CEE5-4CB5-AC98-1BE236D0AB45}" type="presParOf" srcId="{BD227486-7B1F-4A62-8DF3-A543AEE6D84A}" destId="{5257B208-96A6-4ECF-8114-2E3703B0C7B9}" srcOrd="0" destOrd="0" presId="urn:microsoft.com/office/officeart/2005/8/layout/hList1"/>
    <dgm:cxn modelId="{57F1A854-6D36-44FE-AC06-46D45D321AEE}" type="presParOf" srcId="{BD227486-7B1F-4A62-8DF3-A543AEE6D84A}" destId="{C934AAF0-CAA0-4516-B6D8-C651A709E60E}" srcOrd="1" destOrd="0" presId="urn:microsoft.com/office/officeart/2005/8/layout/hList1"/>
    <dgm:cxn modelId="{AD020A81-EE33-4DD6-84FE-F1D4AC817895}" type="presParOf" srcId="{F8F1FEE3-085A-4308-93FC-44A63359C8D2}" destId="{EC0F7518-6880-4859-A3CD-0432D18988D2}" srcOrd="1" destOrd="0" presId="urn:microsoft.com/office/officeart/2005/8/layout/hList1"/>
    <dgm:cxn modelId="{76B09E4A-5C85-4FFF-BB6B-58C6A2564BA1}" type="presParOf" srcId="{F8F1FEE3-085A-4308-93FC-44A63359C8D2}" destId="{6477AAC3-7473-4870-9D5E-80E7FA9FE2C8}" srcOrd="2" destOrd="0" presId="urn:microsoft.com/office/officeart/2005/8/layout/hList1"/>
    <dgm:cxn modelId="{ED8ED534-66FC-4BEC-A9E7-249DBD063040}" type="presParOf" srcId="{6477AAC3-7473-4870-9D5E-80E7FA9FE2C8}" destId="{B7B8BAEF-36B0-47DE-9055-C26F4119F1D6}" srcOrd="0" destOrd="0" presId="urn:microsoft.com/office/officeart/2005/8/layout/hList1"/>
    <dgm:cxn modelId="{59692369-5A8D-4038-94AC-CDECC2F577DD}" type="presParOf" srcId="{6477AAC3-7473-4870-9D5E-80E7FA9FE2C8}" destId="{328B4C5E-7AE6-46ED-BA3B-B1EE851BBFD1}" srcOrd="1" destOrd="0" presId="urn:microsoft.com/office/officeart/2005/8/layout/hList1"/>
    <dgm:cxn modelId="{EC1E89BD-29F2-4567-B3B0-BA81FF566998}" type="presParOf" srcId="{F8F1FEE3-085A-4308-93FC-44A63359C8D2}" destId="{C41F1D08-C1D0-4BC7-BB0D-9351B051F19D}" srcOrd="3" destOrd="0" presId="urn:microsoft.com/office/officeart/2005/8/layout/hList1"/>
    <dgm:cxn modelId="{636D80FC-882A-4D5F-BABB-60E4D58B9A4C}" type="presParOf" srcId="{F8F1FEE3-085A-4308-93FC-44A63359C8D2}" destId="{94BB18BB-B1E0-4BFF-9D16-9310E6746EAD}" srcOrd="4" destOrd="0" presId="urn:microsoft.com/office/officeart/2005/8/layout/hList1"/>
    <dgm:cxn modelId="{366DD3F0-0CB7-4936-B659-D0A1E2A5FA1D}" type="presParOf" srcId="{94BB18BB-B1E0-4BFF-9D16-9310E6746EAD}" destId="{35A36562-C31E-4458-BF8F-B8718F75B00D}" srcOrd="0" destOrd="0" presId="urn:microsoft.com/office/officeart/2005/8/layout/hList1"/>
    <dgm:cxn modelId="{AD3719B5-14A3-4D74-9237-C2508125D0CD}" type="presParOf" srcId="{94BB18BB-B1E0-4BFF-9D16-9310E6746EAD}" destId="{234B5A98-5670-4F6F-92FA-1935FFFE5F58}" srcOrd="1" destOrd="0" presId="urn:microsoft.com/office/officeart/2005/8/layout/hList1"/>
    <dgm:cxn modelId="{75101302-D27A-4A3F-92CA-09095E353B36}" type="presParOf" srcId="{F8F1FEE3-085A-4308-93FC-44A63359C8D2}" destId="{E252343D-8477-47FF-B112-447ABC73FF05}" srcOrd="5" destOrd="0" presId="urn:microsoft.com/office/officeart/2005/8/layout/hList1"/>
    <dgm:cxn modelId="{E40D67E9-C7B2-475A-8008-941D6936AB80}" type="presParOf" srcId="{F8F1FEE3-085A-4308-93FC-44A63359C8D2}" destId="{47154635-7C9E-41AC-A32D-45BE20CA6AFE}" srcOrd="6" destOrd="0" presId="urn:microsoft.com/office/officeart/2005/8/layout/hList1"/>
    <dgm:cxn modelId="{B0005301-D174-44C8-8D59-6E77FEA14579}" type="presParOf" srcId="{47154635-7C9E-41AC-A32D-45BE20CA6AFE}" destId="{F4E12C29-66B9-4203-BEE0-0310E4FBE4C7}" srcOrd="0" destOrd="0" presId="urn:microsoft.com/office/officeart/2005/8/layout/hList1"/>
    <dgm:cxn modelId="{95820B06-3378-4883-B8E4-3E1FCD99BE86}" type="presParOf" srcId="{47154635-7C9E-41AC-A32D-45BE20CA6AFE}" destId="{F9491AF8-C429-4DC4-AFE3-5D75611FEF1E}" srcOrd="1" destOrd="0" presId="urn:microsoft.com/office/officeart/2005/8/layout/hList1"/>
    <dgm:cxn modelId="{22870E5F-1096-410C-B966-775107E579B6}" type="presParOf" srcId="{F8F1FEE3-085A-4308-93FC-44A63359C8D2}" destId="{01D97F51-5A47-41A8-A22E-E95EEE2D041C}" srcOrd="7" destOrd="0" presId="urn:microsoft.com/office/officeart/2005/8/layout/hList1"/>
    <dgm:cxn modelId="{AC5CDD3C-6E2D-404F-844A-8D727BB5B97E}" type="presParOf" srcId="{F8F1FEE3-085A-4308-93FC-44A63359C8D2}" destId="{916ACCA0-56F7-4F69-8F40-354E3DD87C2B}" srcOrd="8" destOrd="0" presId="urn:microsoft.com/office/officeart/2005/8/layout/hList1"/>
    <dgm:cxn modelId="{4FAE8FC2-1438-44C4-9288-E18BEC90AA75}" type="presParOf" srcId="{916ACCA0-56F7-4F69-8F40-354E3DD87C2B}" destId="{A0EF3646-965F-4C3E-BF2A-B5E77C170025}" srcOrd="0" destOrd="0" presId="urn:microsoft.com/office/officeart/2005/8/layout/hList1"/>
    <dgm:cxn modelId="{BD008FE4-B2C7-4D4B-83AB-A5E9A4C990A3}" type="presParOf" srcId="{916ACCA0-56F7-4F69-8F40-354E3DD87C2B}" destId="{FB52D8C7-6961-4315-9B04-CC2B4FEAB4A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57B208-96A6-4ECF-8114-2E3703B0C7B9}">
      <dsp:nvSpPr>
        <dsp:cNvPr id="0" name=""/>
        <dsp:cNvSpPr/>
      </dsp:nvSpPr>
      <dsp:spPr>
        <a:xfrm>
          <a:off x="4029" y="1475828"/>
          <a:ext cx="1544478" cy="34560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baseline="0"/>
            <a:t>Paper </a:t>
          </a:r>
          <a:endParaRPr lang="en-US" sz="1200" kern="1200"/>
        </a:p>
      </dsp:txBody>
      <dsp:txXfrm>
        <a:off x="4029" y="1475828"/>
        <a:ext cx="1544478" cy="345600"/>
      </dsp:txXfrm>
    </dsp:sp>
    <dsp:sp modelId="{C934AAF0-CAA0-4516-B6D8-C651A709E60E}">
      <dsp:nvSpPr>
        <dsp:cNvPr id="0" name=""/>
        <dsp:cNvSpPr/>
      </dsp:nvSpPr>
      <dsp:spPr>
        <a:xfrm>
          <a:off x="4029" y="1821428"/>
          <a:ext cx="1544478" cy="1054080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/>
            <a:t>DOI obligatorio y único 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/>
            <a:t>Título obligatorio 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/>
            <a:t>Año de publicación válido </a:t>
          </a:r>
          <a:endParaRPr lang="en-US" sz="1200" kern="1200"/>
        </a:p>
      </dsp:txBody>
      <dsp:txXfrm>
        <a:off x="4029" y="1821428"/>
        <a:ext cx="1544478" cy="1054080"/>
      </dsp:txXfrm>
    </dsp:sp>
    <dsp:sp modelId="{B7B8BAEF-36B0-47DE-9055-C26F4119F1D6}">
      <dsp:nvSpPr>
        <dsp:cNvPr id="0" name=""/>
        <dsp:cNvSpPr/>
      </dsp:nvSpPr>
      <dsp:spPr>
        <a:xfrm>
          <a:off x="1764734" y="1475828"/>
          <a:ext cx="1544478" cy="345600"/>
        </a:xfrm>
        <a:prstGeom prst="rect">
          <a:avLst/>
        </a:prstGeom>
        <a:solidFill>
          <a:schemeClr val="accent4">
            <a:hueOff val="4529442"/>
            <a:satOff val="-2008"/>
            <a:lumOff val="-4020"/>
            <a:alphaOff val="0"/>
          </a:schemeClr>
        </a:solidFill>
        <a:ln w="13970" cap="flat" cmpd="sng" algn="ctr">
          <a:solidFill>
            <a:schemeClr val="accent4">
              <a:hueOff val="4529442"/>
              <a:satOff val="-2008"/>
              <a:lumOff val="-402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baseline="0"/>
            <a:t>Organization </a:t>
          </a:r>
          <a:endParaRPr lang="en-US" sz="1200" kern="1200"/>
        </a:p>
      </dsp:txBody>
      <dsp:txXfrm>
        <a:off x="1764734" y="1475828"/>
        <a:ext cx="1544478" cy="345600"/>
      </dsp:txXfrm>
    </dsp:sp>
    <dsp:sp modelId="{328B4C5E-7AE6-46ED-BA3B-B1EE851BBFD1}">
      <dsp:nvSpPr>
        <dsp:cNvPr id="0" name=""/>
        <dsp:cNvSpPr/>
      </dsp:nvSpPr>
      <dsp:spPr>
        <a:xfrm>
          <a:off x="1764734" y="1821428"/>
          <a:ext cx="1544478" cy="1054080"/>
        </a:xfrm>
        <a:prstGeom prst="rect">
          <a:avLst/>
        </a:prstGeom>
        <a:solidFill>
          <a:schemeClr val="accent4">
            <a:tint val="40000"/>
            <a:alpha val="90000"/>
            <a:hueOff val="4605872"/>
            <a:satOff val="-2582"/>
            <a:lumOff val="-916"/>
            <a:alphaOff val="0"/>
          </a:schemeClr>
        </a:solidFill>
        <a:ln w="13970" cap="flat" cmpd="sng" algn="ctr">
          <a:solidFill>
            <a:schemeClr val="accent4">
              <a:tint val="40000"/>
              <a:alpha val="90000"/>
              <a:hueOff val="4605872"/>
              <a:satOff val="-2582"/>
              <a:lumOff val="-91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/>
            <a:t>Validación de identificadores ROR 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/>
            <a:t>Nombre obligatorio </a:t>
          </a:r>
          <a:endParaRPr lang="en-US" sz="1200" kern="1200"/>
        </a:p>
      </dsp:txBody>
      <dsp:txXfrm>
        <a:off x="1764734" y="1821428"/>
        <a:ext cx="1544478" cy="1054080"/>
      </dsp:txXfrm>
    </dsp:sp>
    <dsp:sp modelId="{35A36562-C31E-4458-BF8F-B8718F75B00D}">
      <dsp:nvSpPr>
        <dsp:cNvPr id="0" name=""/>
        <dsp:cNvSpPr/>
      </dsp:nvSpPr>
      <dsp:spPr>
        <a:xfrm>
          <a:off x="3525440" y="1475828"/>
          <a:ext cx="1544478" cy="345600"/>
        </a:xfrm>
        <a:prstGeom prst="rect">
          <a:avLst/>
        </a:prstGeom>
        <a:solidFill>
          <a:schemeClr val="accent4">
            <a:hueOff val="9058885"/>
            <a:satOff val="-4016"/>
            <a:lumOff val="-8039"/>
            <a:alphaOff val="0"/>
          </a:schemeClr>
        </a:solidFill>
        <a:ln w="13970" cap="flat" cmpd="sng" algn="ctr">
          <a:solidFill>
            <a:schemeClr val="accent4">
              <a:hueOff val="9058885"/>
              <a:satOff val="-4016"/>
              <a:lumOff val="-80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baseline="0"/>
            <a:t>TopicAssignment </a:t>
          </a:r>
          <a:endParaRPr lang="en-US" sz="1200" kern="1200"/>
        </a:p>
      </dsp:txBody>
      <dsp:txXfrm>
        <a:off x="3525440" y="1475828"/>
        <a:ext cx="1544478" cy="345600"/>
      </dsp:txXfrm>
    </dsp:sp>
    <dsp:sp modelId="{234B5A98-5670-4F6F-92FA-1935FFFE5F58}">
      <dsp:nvSpPr>
        <dsp:cNvPr id="0" name=""/>
        <dsp:cNvSpPr/>
      </dsp:nvSpPr>
      <dsp:spPr>
        <a:xfrm>
          <a:off x="3525440" y="1821428"/>
          <a:ext cx="1544478" cy="1054080"/>
        </a:xfrm>
        <a:prstGeom prst="rect">
          <a:avLst/>
        </a:prstGeom>
        <a:solidFill>
          <a:schemeClr val="accent4">
            <a:tint val="40000"/>
            <a:alpha val="90000"/>
            <a:hueOff val="9211744"/>
            <a:satOff val="-5165"/>
            <a:lumOff val="-1831"/>
            <a:alphaOff val="0"/>
          </a:schemeClr>
        </a:solidFill>
        <a:ln w="13970" cap="flat" cmpd="sng" algn="ctr">
          <a:solidFill>
            <a:schemeClr val="accent4">
              <a:tint val="40000"/>
              <a:alpha val="90000"/>
              <a:hueOff val="9211744"/>
              <a:satOff val="-5165"/>
              <a:lumOff val="-183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/>
            <a:t>Probabilidades válidas entre 0 y 1 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/>
            <a:t>Threshold obligatorio </a:t>
          </a:r>
          <a:endParaRPr lang="en-US" sz="1200" kern="1200"/>
        </a:p>
      </dsp:txBody>
      <dsp:txXfrm>
        <a:off x="3525440" y="1821428"/>
        <a:ext cx="1544478" cy="1054080"/>
      </dsp:txXfrm>
    </dsp:sp>
    <dsp:sp modelId="{F4E12C29-66B9-4203-BEE0-0310E4FBE4C7}">
      <dsp:nvSpPr>
        <dsp:cNvPr id="0" name=""/>
        <dsp:cNvSpPr/>
      </dsp:nvSpPr>
      <dsp:spPr>
        <a:xfrm>
          <a:off x="5286146" y="1475828"/>
          <a:ext cx="1544478" cy="345600"/>
        </a:xfrm>
        <a:prstGeom prst="rect">
          <a:avLst/>
        </a:prstGeom>
        <a:solidFill>
          <a:schemeClr val="accent4">
            <a:hueOff val="13588327"/>
            <a:satOff val="-6023"/>
            <a:lumOff val="-12059"/>
            <a:alphaOff val="0"/>
          </a:schemeClr>
        </a:solidFill>
        <a:ln w="13970" cap="flat" cmpd="sng" algn="ctr">
          <a:solidFill>
            <a:schemeClr val="accent4">
              <a:hueOff val="13588327"/>
              <a:satOff val="-6023"/>
              <a:lumOff val="-1205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baseline="0"/>
            <a:t>SimilarityRelation </a:t>
          </a:r>
          <a:endParaRPr lang="en-US" sz="1200" kern="1200"/>
        </a:p>
      </dsp:txBody>
      <dsp:txXfrm>
        <a:off x="5286146" y="1475828"/>
        <a:ext cx="1544478" cy="345600"/>
      </dsp:txXfrm>
    </dsp:sp>
    <dsp:sp modelId="{F9491AF8-C429-4DC4-AFE3-5D75611FEF1E}">
      <dsp:nvSpPr>
        <dsp:cNvPr id="0" name=""/>
        <dsp:cNvSpPr/>
      </dsp:nvSpPr>
      <dsp:spPr>
        <a:xfrm>
          <a:off x="5286146" y="1821428"/>
          <a:ext cx="1544478" cy="1054080"/>
        </a:xfrm>
        <a:prstGeom prst="rect">
          <a:avLst/>
        </a:prstGeom>
        <a:solidFill>
          <a:schemeClr val="accent4">
            <a:tint val="40000"/>
            <a:alpha val="90000"/>
            <a:hueOff val="13817617"/>
            <a:satOff val="-7747"/>
            <a:lumOff val="-2747"/>
            <a:alphaOff val="0"/>
          </a:schemeClr>
        </a:solidFill>
        <a:ln w="13970" cap="flat" cmpd="sng" algn="ctr">
          <a:solidFill>
            <a:schemeClr val="accent4">
              <a:tint val="40000"/>
              <a:alpha val="90000"/>
              <a:hueOff val="13817617"/>
              <a:satOff val="-7747"/>
              <a:lumOff val="-27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/>
            <a:t>Relación válida entre dos papers </a:t>
          </a:r>
          <a:endParaRPr lang="en-US" sz="12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/>
            <a:t>Score de similitud validado </a:t>
          </a:r>
          <a:endParaRPr lang="en-US" sz="1200" kern="1200"/>
        </a:p>
      </dsp:txBody>
      <dsp:txXfrm>
        <a:off x="5286146" y="1821428"/>
        <a:ext cx="1544478" cy="1054080"/>
      </dsp:txXfrm>
    </dsp:sp>
    <dsp:sp modelId="{A0EF3646-965F-4C3E-BF2A-B5E77C170025}">
      <dsp:nvSpPr>
        <dsp:cNvPr id="0" name=""/>
        <dsp:cNvSpPr/>
      </dsp:nvSpPr>
      <dsp:spPr>
        <a:xfrm>
          <a:off x="7046852" y="1475828"/>
          <a:ext cx="1544478" cy="345600"/>
        </a:xfrm>
        <a:prstGeom prst="rect">
          <a:avLst/>
        </a:prstGeom>
        <a:solidFill>
          <a:schemeClr val="accent4">
            <a:hueOff val="18117770"/>
            <a:satOff val="-8031"/>
            <a:lumOff val="-16078"/>
            <a:alphaOff val="0"/>
          </a:schemeClr>
        </a:solidFill>
        <a:ln w="13970" cap="flat" cmpd="sng" algn="ctr">
          <a:solidFill>
            <a:schemeClr val="accent4">
              <a:hueOff val="18117770"/>
              <a:satOff val="-8031"/>
              <a:lumOff val="-1607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5344" tIns="48768" rIns="85344" bIns="48768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200" kern="1200" baseline="0"/>
            <a:t>SoftwareMention </a:t>
          </a:r>
          <a:endParaRPr lang="en-US" sz="1200" kern="1200"/>
        </a:p>
      </dsp:txBody>
      <dsp:txXfrm>
        <a:off x="7046852" y="1475828"/>
        <a:ext cx="1544478" cy="345600"/>
      </dsp:txXfrm>
    </dsp:sp>
    <dsp:sp modelId="{FB52D8C7-6961-4315-9B04-CC2B4FEAB4AB}">
      <dsp:nvSpPr>
        <dsp:cNvPr id="0" name=""/>
        <dsp:cNvSpPr/>
      </dsp:nvSpPr>
      <dsp:spPr>
        <a:xfrm>
          <a:off x="7046852" y="1821428"/>
          <a:ext cx="1544478" cy="1054080"/>
        </a:xfrm>
        <a:prstGeom prst="rect">
          <a:avLst/>
        </a:prstGeom>
        <a:solidFill>
          <a:schemeClr val="accent4">
            <a:tint val="40000"/>
            <a:alpha val="90000"/>
            <a:hueOff val="18423488"/>
            <a:satOff val="-10330"/>
            <a:lumOff val="-3662"/>
            <a:alphaOff val="0"/>
          </a:schemeClr>
        </a:solidFill>
        <a:ln w="13970" cap="flat" cmpd="sng" algn="ctr">
          <a:solidFill>
            <a:schemeClr val="accent4">
              <a:tint val="40000"/>
              <a:alpha val="90000"/>
              <a:hueOff val="18423488"/>
              <a:satOff val="-10330"/>
              <a:lumOff val="-366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ES" sz="1200" kern="1200"/>
            <a:t>Registro obligatorio del método de extracción</a:t>
          </a:r>
          <a:endParaRPr lang="en-US" sz="1200" kern="1200"/>
        </a:p>
      </dsp:txBody>
      <dsp:txXfrm>
        <a:off x="7046852" y="1821428"/>
        <a:ext cx="1544478" cy="10540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FAC4583F-24BD-4746-BD7D-990F7D03C3FA}" type="datetimeFigureOut">
              <a:rPr lang="en-GB" smtClean="0"/>
              <a:t>26/05/2026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3794D852-79DC-46DC-949C-D37C15933211}" type="slidenum">
              <a:rPr lang="en-GB" smtClean="0"/>
              <a:t>‹Nº›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2182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4583F-24BD-4746-BD7D-990F7D03C3FA}" type="datetimeFigureOut">
              <a:rPr lang="en-GB" smtClean="0"/>
              <a:t>26/05/2026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4D852-79DC-46DC-949C-D37C1593321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7769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4583F-24BD-4746-BD7D-990F7D03C3FA}" type="datetimeFigureOut">
              <a:rPr lang="en-GB" smtClean="0"/>
              <a:t>26/05/2026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4D852-79DC-46DC-949C-D37C15933211}" type="slidenum">
              <a:rPr lang="en-GB" smtClean="0"/>
              <a:t>‹Nº›</a:t>
            </a:fld>
            <a:endParaRPr lang="en-GB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347164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4583F-24BD-4746-BD7D-990F7D03C3FA}" type="datetimeFigureOut">
              <a:rPr lang="en-GB" smtClean="0"/>
              <a:t>26/05/2026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4D852-79DC-46DC-949C-D37C1593321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6383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4583F-24BD-4746-BD7D-990F7D03C3FA}" type="datetimeFigureOut">
              <a:rPr lang="en-GB" smtClean="0"/>
              <a:t>26/05/2026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4D852-79DC-46DC-949C-D37C1593321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7675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4583F-24BD-4746-BD7D-990F7D03C3FA}" type="datetimeFigureOut">
              <a:rPr lang="en-GB" smtClean="0"/>
              <a:t>26/05/2026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4D852-79DC-46DC-949C-D37C1593321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6998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4583F-24BD-4746-BD7D-990F7D03C3FA}" type="datetimeFigureOut">
              <a:rPr lang="en-GB" smtClean="0"/>
              <a:t>26/05/2026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4D852-79DC-46DC-949C-D37C1593321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6581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4583F-24BD-4746-BD7D-990F7D03C3FA}" type="datetimeFigureOut">
              <a:rPr lang="en-GB" smtClean="0"/>
              <a:t>26/05/2026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4D852-79DC-46DC-949C-D37C1593321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348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4583F-24BD-4746-BD7D-990F7D03C3FA}" type="datetimeFigureOut">
              <a:rPr lang="en-GB" smtClean="0"/>
              <a:t>26/05/2026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4D852-79DC-46DC-949C-D37C1593321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12970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4583F-24BD-4746-BD7D-990F7D03C3FA}" type="datetimeFigureOut">
              <a:rPr lang="en-GB" smtClean="0"/>
              <a:t>26/05/2026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4D852-79DC-46DC-949C-D37C1593321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9708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4583F-24BD-4746-BD7D-990F7D03C3FA}" type="datetimeFigureOut">
              <a:rPr lang="en-GB" smtClean="0"/>
              <a:t>26/05/2026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94D852-79DC-46DC-949C-D37C1593321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3111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FAC4583F-24BD-4746-BD7D-990F7D03C3FA}" type="datetimeFigureOut">
              <a:rPr lang="en-GB" smtClean="0"/>
              <a:t>26/05/2026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3794D852-79DC-46DC-949C-D37C15933211}" type="slidenum">
              <a:rPr lang="en-GB" smtClean="0"/>
              <a:t>‹Nº›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5101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C3B18-2FFF-FEA0-2E6E-CE07A2E5A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3693305"/>
          </a:xfrm>
        </p:spPr>
        <p:txBody>
          <a:bodyPr>
            <a:normAutofit/>
          </a:bodyPr>
          <a:lstStyle/>
          <a:p>
            <a:r>
              <a:rPr lang="es-ES"/>
              <a:t>Knowledge Graph para Publicaciones Científicas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0A28AE-E12C-0D4E-B1D8-3B8F49B38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1872" y="4680857"/>
            <a:ext cx="9418320" cy="1992085"/>
          </a:xfrm>
        </p:spPr>
        <p:txBody>
          <a:bodyPr>
            <a:normAutofit fontScale="85000" lnSpcReduction="20000"/>
          </a:bodyPr>
          <a:lstStyle/>
          <a:p>
            <a:r>
              <a:rPr lang="it-IT"/>
              <a:t>Grupo 10</a:t>
            </a:r>
          </a:p>
          <a:p>
            <a:r>
              <a:rPr lang="it-IT"/>
              <a:t>Juan de Diego Bórbore</a:t>
            </a:r>
          </a:p>
          <a:p>
            <a:r>
              <a:rPr lang="it-IT"/>
              <a:t>Tania Mobasser Aslfakouri</a:t>
            </a:r>
          </a:p>
          <a:p>
            <a:r>
              <a:rPr lang="it-IT"/>
              <a:t>Bouchra zalamia</a:t>
            </a:r>
          </a:p>
          <a:p>
            <a:r>
              <a:rPr lang="it-IT"/>
              <a:t>Juan Navarro Mora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4700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79BD7-4A7D-C9F7-FEF7-EAB8E8D29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GB"/>
            </a:br>
            <a:r>
              <a:rPr lang="en-GB" err="1"/>
              <a:t>índice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5B1ACE-3921-F016-7EA4-BA8114DA6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Problema y Objetivos</a:t>
            </a:r>
          </a:p>
          <a:p>
            <a:r>
              <a:rPr lang="es-ES"/>
              <a:t>Fuentes de Datos y Preprocesamiento </a:t>
            </a:r>
          </a:p>
          <a:p>
            <a:r>
              <a:rPr lang="es-ES"/>
              <a:t>Diseño y Flujo de Trabajo</a:t>
            </a:r>
          </a:p>
          <a:p>
            <a:r>
              <a:rPr lang="es-ES"/>
              <a:t>Knowledge Graph</a:t>
            </a:r>
          </a:p>
          <a:p>
            <a:r>
              <a:rPr lang="es-ES"/>
              <a:t>Resultados </a:t>
            </a:r>
          </a:p>
          <a:p>
            <a:r>
              <a:rPr lang="es-ES"/>
              <a:t>Validación</a:t>
            </a:r>
          </a:p>
          <a:p>
            <a:r>
              <a:rPr lang="es-ES"/>
              <a:t>Buenas Practicas de Ciencia Abierta</a:t>
            </a:r>
          </a:p>
          <a:p>
            <a:r>
              <a:rPr lang="es-ES"/>
              <a:t>Demo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7576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5F04B-A5CE-B710-56C9-5A51D76A0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Problema y Objetivos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881A6-E531-1C21-0966-6C1921A3B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4528457"/>
          </a:xfrm>
        </p:spPr>
        <p:txBody>
          <a:bodyPr>
            <a:normAutofit/>
          </a:bodyPr>
          <a:lstStyle/>
          <a:p>
            <a:r>
              <a:rPr lang="es-ES"/>
              <a:t>En muchos proyectos de investigación científica, la información relacionada con publicaciones, autores, instituciones y recursos de software se encuentra dispersa y poco estructurada, lo que dificulta su análisis y reutilización de forma automática. </a:t>
            </a:r>
          </a:p>
          <a:p>
            <a:r>
              <a:rPr lang="es-ES"/>
              <a:t>Además, establecer relaciones entre artículos científicos, temáticas de investigación y recursos asociados requiere integrar datos provenientes de múltiples fuentes heterogéneas. </a:t>
            </a:r>
          </a:p>
          <a:p>
            <a:r>
              <a:rPr lang="es-ES"/>
              <a:t>El objetivo de este proyecto es construir un Knowledge Graph en RDF que permita representar y analizar de forma semántica la información extraída de un corpus de publicaciones científicas, incluyendo:</a:t>
            </a:r>
          </a:p>
          <a:p>
            <a:pPr lvl="1"/>
            <a:r>
              <a:rPr lang="en-GB" err="1"/>
              <a:t>publicaciones</a:t>
            </a:r>
            <a:r>
              <a:rPr lang="en-GB"/>
              <a:t> </a:t>
            </a:r>
            <a:r>
              <a:rPr lang="en-GB" err="1"/>
              <a:t>científicas</a:t>
            </a:r>
            <a:endParaRPr lang="es-ES"/>
          </a:p>
          <a:p>
            <a:pPr lvl="1"/>
            <a:r>
              <a:rPr lang="es-ES"/>
              <a:t>autores e instituciones</a:t>
            </a:r>
          </a:p>
          <a:p>
            <a:pPr lvl="1"/>
            <a:r>
              <a:rPr lang="es-ES"/>
              <a:t>temas de investigación</a:t>
            </a:r>
          </a:p>
          <a:p>
            <a:pPr lvl="1"/>
            <a:r>
              <a:rPr lang="es-ES"/>
              <a:t>repositorios de software científico abierto</a:t>
            </a:r>
          </a:p>
        </p:txBody>
      </p:sp>
    </p:spTree>
    <p:extLst>
      <p:ext uri="{BB962C8B-B14F-4D97-AF65-F5344CB8AC3E}">
        <p14:creationId xmlns:p14="http://schemas.microsoft.com/office/powerpoint/2010/main" val="58004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E1DC0-B198-13CE-F776-0C054DBF1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100" y="561963"/>
            <a:ext cx="9692640" cy="1325562"/>
          </a:xfrm>
        </p:spPr>
        <p:txBody>
          <a:bodyPr>
            <a:normAutofit/>
          </a:bodyPr>
          <a:lstStyle/>
          <a:p>
            <a:r>
              <a:rPr lang="es-ES"/>
              <a:t>Fuentes de Datos y Preprocesamiento </a:t>
            </a:r>
            <a:endParaRPr lang="en-GB"/>
          </a:p>
        </p:txBody>
      </p:sp>
      <p:sp>
        <p:nvSpPr>
          <p:cNvPr id="61" name="Text 3">
            <a:extLst>
              <a:ext uri="{FF2B5EF4-FFF2-40B4-BE49-F238E27FC236}">
                <a16:creationId xmlns:a16="http://schemas.microsoft.com/office/drawing/2014/main" id="{675E51DF-8D02-8576-B6F7-90DC6FD837C3}"/>
              </a:ext>
            </a:extLst>
          </p:cNvPr>
          <p:cNvSpPr/>
          <p:nvPr/>
        </p:nvSpPr>
        <p:spPr>
          <a:xfrm>
            <a:off x="426720" y="222068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 breakdown (30 papers)</a:t>
            </a:r>
            <a:endParaRPr lang="en-US" sz="1200"/>
          </a:p>
        </p:txBody>
      </p:sp>
      <p:sp>
        <p:nvSpPr>
          <p:cNvPr id="62" name="Shape 4">
            <a:extLst>
              <a:ext uri="{FF2B5EF4-FFF2-40B4-BE49-F238E27FC236}">
                <a16:creationId xmlns:a16="http://schemas.microsoft.com/office/drawing/2014/main" id="{5F72B57B-8E74-2B4B-FD45-F69CBA3A98A7}"/>
              </a:ext>
            </a:extLst>
          </p:cNvPr>
          <p:cNvSpPr/>
          <p:nvPr/>
        </p:nvSpPr>
        <p:spPr>
          <a:xfrm>
            <a:off x="426720" y="2568158"/>
            <a:ext cx="3474720" cy="402336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3" name="Text 5">
            <a:extLst>
              <a:ext uri="{FF2B5EF4-FFF2-40B4-BE49-F238E27FC236}">
                <a16:creationId xmlns:a16="http://schemas.microsoft.com/office/drawing/2014/main" id="{AB735F70-EDCD-701B-93FD-B085CE191281}"/>
              </a:ext>
            </a:extLst>
          </p:cNvPr>
          <p:cNvSpPr/>
          <p:nvPr/>
        </p:nvSpPr>
        <p:spPr>
          <a:xfrm>
            <a:off x="3947160" y="2568158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/>
          </a:p>
        </p:txBody>
      </p:sp>
      <p:sp>
        <p:nvSpPr>
          <p:cNvPr id="64" name="Text 6">
            <a:extLst>
              <a:ext uri="{FF2B5EF4-FFF2-40B4-BE49-F238E27FC236}">
                <a16:creationId xmlns:a16="http://schemas.microsoft.com/office/drawing/2014/main" id="{B3148DE0-06B4-E355-D234-C8B5247230CA}"/>
              </a:ext>
            </a:extLst>
          </p:cNvPr>
          <p:cNvSpPr/>
          <p:nvPr/>
        </p:nvSpPr>
        <p:spPr>
          <a:xfrm>
            <a:off x="4285488" y="2568158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Bioinformatics tools</a:t>
            </a:r>
            <a:endParaRPr lang="en-US" sz="1100"/>
          </a:p>
        </p:txBody>
      </p:sp>
      <p:sp>
        <p:nvSpPr>
          <p:cNvPr id="65" name="Shape 7">
            <a:extLst>
              <a:ext uri="{FF2B5EF4-FFF2-40B4-BE49-F238E27FC236}">
                <a16:creationId xmlns:a16="http://schemas.microsoft.com/office/drawing/2014/main" id="{F87652BD-3B5D-0D8C-B5D8-B6C1582B01D5}"/>
              </a:ext>
            </a:extLst>
          </p:cNvPr>
          <p:cNvSpPr/>
          <p:nvPr/>
        </p:nvSpPr>
        <p:spPr>
          <a:xfrm>
            <a:off x="426720" y="3171662"/>
            <a:ext cx="1737360" cy="402336"/>
          </a:xfrm>
          <a:prstGeom prst="rect">
            <a:avLst/>
          </a:prstGeom>
          <a:solidFill>
            <a:srgbClr val="C20E1A"/>
          </a:solidFill>
          <a:ln w="12700">
            <a:solidFill>
              <a:srgbClr val="C20E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6" name="Text 8">
            <a:extLst>
              <a:ext uri="{FF2B5EF4-FFF2-40B4-BE49-F238E27FC236}">
                <a16:creationId xmlns:a16="http://schemas.microsoft.com/office/drawing/2014/main" id="{14FAC5A5-2FB6-61EB-95D5-BD9D604976EE}"/>
              </a:ext>
            </a:extLst>
          </p:cNvPr>
          <p:cNvSpPr/>
          <p:nvPr/>
        </p:nvSpPr>
        <p:spPr>
          <a:xfrm>
            <a:off x="2209800" y="3171662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/>
          </a:p>
        </p:txBody>
      </p:sp>
      <p:sp>
        <p:nvSpPr>
          <p:cNvPr id="67" name="Text 9">
            <a:extLst>
              <a:ext uri="{FF2B5EF4-FFF2-40B4-BE49-F238E27FC236}">
                <a16:creationId xmlns:a16="http://schemas.microsoft.com/office/drawing/2014/main" id="{95B37021-9D98-4249-35E0-DEF075898BDF}"/>
              </a:ext>
            </a:extLst>
          </p:cNvPr>
          <p:cNvSpPr/>
          <p:nvPr/>
        </p:nvSpPr>
        <p:spPr>
          <a:xfrm>
            <a:off x="2548128" y="3171662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Science / metadata</a:t>
            </a:r>
            <a:endParaRPr lang="en-US" sz="1100"/>
          </a:p>
        </p:txBody>
      </p:sp>
      <p:sp>
        <p:nvSpPr>
          <p:cNvPr id="68" name="Shape 10">
            <a:extLst>
              <a:ext uri="{FF2B5EF4-FFF2-40B4-BE49-F238E27FC236}">
                <a16:creationId xmlns:a16="http://schemas.microsoft.com/office/drawing/2014/main" id="{4B1BF901-2527-6D13-0625-718976201EF6}"/>
              </a:ext>
            </a:extLst>
          </p:cNvPr>
          <p:cNvSpPr/>
          <p:nvPr/>
        </p:nvSpPr>
        <p:spPr>
          <a:xfrm>
            <a:off x="426720" y="3775166"/>
            <a:ext cx="992777" cy="402336"/>
          </a:xfrm>
          <a:prstGeom prst="rect">
            <a:avLst/>
          </a:prstGeom>
          <a:solidFill>
            <a:srgbClr val="027A5F"/>
          </a:solidFill>
          <a:ln w="12700">
            <a:solidFill>
              <a:srgbClr val="02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Text 11">
            <a:extLst>
              <a:ext uri="{FF2B5EF4-FFF2-40B4-BE49-F238E27FC236}">
                <a16:creationId xmlns:a16="http://schemas.microsoft.com/office/drawing/2014/main" id="{8B7A7A82-7822-7AEF-0632-F5E4F1B21691}"/>
              </a:ext>
            </a:extLst>
          </p:cNvPr>
          <p:cNvSpPr/>
          <p:nvPr/>
        </p:nvSpPr>
        <p:spPr>
          <a:xfrm>
            <a:off x="1465217" y="3775166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02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/>
          </a:p>
        </p:txBody>
      </p:sp>
      <p:sp>
        <p:nvSpPr>
          <p:cNvPr id="70" name="Text 12">
            <a:extLst>
              <a:ext uri="{FF2B5EF4-FFF2-40B4-BE49-F238E27FC236}">
                <a16:creationId xmlns:a16="http://schemas.microsoft.com/office/drawing/2014/main" id="{0FCED479-AFBF-E848-9BFC-89DA73632B82}"/>
              </a:ext>
            </a:extLst>
          </p:cNvPr>
          <p:cNvSpPr/>
          <p:nvPr/>
        </p:nvSpPr>
        <p:spPr>
          <a:xfrm>
            <a:off x="1803545" y="3775166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systems</a:t>
            </a:r>
            <a:endParaRPr lang="en-US" sz="1100"/>
          </a:p>
        </p:txBody>
      </p:sp>
      <p:sp>
        <p:nvSpPr>
          <p:cNvPr id="71" name="Shape 13">
            <a:extLst>
              <a:ext uri="{FF2B5EF4-FFF2-40B4-BE49-F238E27FC236}">
                <a16:creationId xmlns:a16="http://schemas.microsoft.com/office/drawing/2014/main" id="{F4035EA7-B7C5-B098-8C91-8D88642845CC}"/>
              </a:ext>
            </a:extLst>
          </p:cNvPr>
          <p:cNvSpPr/>
          <p:nvPr/>
        </p:nvSpPr>
        <p:spPr>
          <a:xfrm>
            <a:off x="426720" y="4378670"/>
            <a:ext cx="744583" cy="40233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2" name="Text 14">
            <a:extLst>
              <a:ext uri="{FF2B5EF4-FFF2-40B4-BE49-F238E27FC236}">
                <a16:creationId xmlns:a16="http://schemas.microsoft.com/office/drawing/2014/main" id="{6B2156A5-B299-0BB2-2224-F0D2AA3A3386}"/>
              </a:ext>
            </a:extLst>
          </p:cNvPr>
          <p:cNvSpPr/>
          <p:nvPr/>
        </p:nvSpPr>
        <p:spPr>
          <a:xfrm>
            <a:off x="1217023" y="4378670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/>
          </a:p>
        </p:txBody>
      </p:sp>
      <p:sp>
        <p:nvSpPr>
          <p:cNvPr id="73" name="Text 15">
            <a:extLst>
              <a:ext uri="{FF2B5EF4-FFF2-40B4-BE49-F238E27FC236}">
                <a16:creationId xmlns:a16="http://schemas.microsoft.com/office/drawing/2014/main" id="{70057DED-E800-1004-D36C-A5727908578E}"/>
              </a:ext>
            </a:extLst>
          </p:cNvPr>
          <p:cNvSpPr/>
          <p:nvPr/>
        </p:nvSpPr>
        <p:spPr>
          <a:xfrm>
            <a:off x="1555351" y="4378670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NLP</a:t>
            </a:r>
            <a:endParaRPr lang="en-US" sz="1100"/>
          </a:p>
        </p:txBody>
      </p:sp>
      <p:sp>
        <p:nvSpPr>
          <p:cNvPr id="74" name="Shape 16">
            <a:extLst>
              <a:ext uri="{FF2B5EF4-FFF2-40B4-BE49-F238E27FC236}">
                <a16:creationId xmlns:a16="http://schemas.microsoft.com/office/drawing/2014/main" id="{4FEC6E95-F8D1-D0BB-D0A0-E2B28286F1DB}"/>
              </a:ext>
            </a:extLst>
          </p:cNvPr>
          <p:cNvSpPr/>
          <p:nvPr/>
        </p:nvSpPr>
        <p:spPr>
          <a:xfrm>
            <a:off x="426720" y="4982174"/>
            <a:ext cx="496389" cy="4023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5" name="Text 17">
            <a:extLst>
              <a:ext uri="{FF2B5EF4-FFF2-40B4-BE49-F238E27FC236}">
                <a16:creationId xmlns:a16="http://schemas.microsoft.com/office/drawing/2014/main" id="{1F1A649E-A418-D9EE-9907-E95E24E428E1}"/>
              </a:ext>
            </a:extLst>
          </p:cNvPr>
          <p:cNvSpPr/>
          <p:nvPr/>
        </p:nvSpPr>
        <p:spPr>
          <a:xfrm>
            <a:off x="968829" y="4982174"/>
            <a:ext cx="320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/>
          </a:p>
        </p:txBody>
      </p:sp>
      <p:sp>
        <p:nvSpPr>
          <p:cNvPr id="76" name="Text 18">
            <a:extLst>
              <a:ext uri="{FF2B5EF4-FFF2-40B4-BE49-F238E27FC236}">
                <a16:creationId xmlns:a16="http://schemas.microsoft.com/office/drawing/2014/main" id="{537D8738-86FB-D151-43F2-02621B6BB387}"/>
              </a:ext>
            </a:extLst>
          </p:cNvPr>
          <p:cNvSpPr/>
          <p:nvPr/>
        </p:nvSpPr>
        <p:spPr>
          <a:xfrm>
            <a:off x="1307157" y="4982174"/>
            <a:ext cx="3200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computing</a:t>
            </a:r>
            <a:endParaRPr lang="en-US" sz="1100"/>
          </a:p>
        </p:txBody>
      </p:sp>
      <p:sp>
        <p:nvSpPr>
          <p:cNvPr id="77" name="Text 19">
            <a:extLst>
              <a:ext uri="{FF2B5EF4-FFF2-40B4-BE49-F238E27FC236}">
                <a16:creationId xmlns:a16="http://schemas.microsoft.com/office/drawing/2014/main" id="{A701CFC2-1D54-758F-E8C0-F414F9529492}"/>
              </a:ext>
            </a:extLst>
          </p:cNvPr>
          <p:cNvSpPr/>
          <p:nvPr/>
        </p:nvSpPr>
        <p:spPr>
          <a:xfrm>
            <a:off x="4261974" y="2960479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(Q2)</a:t>
            </a:r>
            <a:endParaRPr lang="en-US" sz="1200"/>
          </a:p>
        </p:txBody>
      </p:sp>
      <p:sp>
        <p:nvSpPr>
          <p:cNvPr id="78" name="Shape 20">
            <a:extLst>
              <a:ext uri="{FF2B5EF4-FFF2-40B4-BE49-F238E27FC236}">
                <a16:creationId xmlns:a16="http://schemas.microsoft.com/office/drawing/2014/main" id="{83CFF029-D0E8-4503-7626-5CAF000DDE64}"/>
              </a:ext>
            </a:extLst>
          </p:cNvPr>
          <p:cNvSpPr/>
          <p:nvPr/>
        </p:nvSpPr>
        <p:spPr>
          <a:xfrm>
            <a:off x="4261974" y="3307951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9" name="Text 21">
            <a:extLst>
              <a:ext uri="{FF2B5EF4-FFF2-40B4-BE49-F238E27FC236}">
                <a16:creationId xmlns:a16="http://schemas.microsoft.com/office/drawing/2014/main" id="{F8C6CDA9-46F3-673B-6C42-CCF05547CC84}"/>
              </a:ext>
            </a:extLst>
          </p:cNvPr>
          <p:cNvSpPr/>
          <p:nvPr/>
        </p:nvSpPr>
        <p:spPr>
          <a:xfrm>
            <a:off x="4261974" y="3307951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🇺🇸 US  11</a:t>
            </a:r>
            <a:endParaRPr lang="en-US" sz="1000"/>
          </a:p>
        </p:txBody>
      </p:sp>
      <p:sp>
        <p:nvSpPr>
          <p:cNvPr id="80" name="Shape 22">
            <a:extLst>
              <a:ext uri="{FF2B5EF4-FFF2-40B4-BE49-F238E27FC236}">
                <a16:creationId xmlns:a16="http://schemas.microsoft.com/office/drawing/2014/main" id="{71CECD5E-CD43-CC44-4E90-65308D673D8D}"/>
              </a:ext>
            </a:extLst>
          </p:cNvPr>
          <p:cNvSpPr/>
          <p:nvPr/>
        </p:nvSpPr>
        <p:spPr>
          <a:xfrm>
            <a:off x="4261974" y="3801727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1" name="Text 23">
            <a:extLst>
              <a:ext uri="{FF2B5EF4-FFF2-40B4-BE49-F238E27FC236}">
                <a16:creationId xmlns:a16="http://schemas.microsoft.com/office/drawing/2014/main" id="{661D9626-FD07-ED8B-A797-E22EC8CEE28D}"/>
              </a:ext>
            </a:extLst>
          </p:cNvPr>
          <p:cNvSpPr/>
          <p:nvPr/>
        </p:nvSpPr>
        <p:spPr>
          <a:xfrm>
            <a:off x="4261974" y="3801727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🇩🇪 DE  6</a:t>
            </a:r>
            <a:endParaRPr lang="en-US" sz="1000"/>
          </a:p>
        </p:txBody>
      </p:sp>
      <p:sp>
        <p:nvSpPr>
          <p:cNvPr id="82" name="Shape 24">
            <a:extLst>
              <a:ext uri="{FF2B5EF4-FFF2-40B4-BE49-F238E27FC236}">
                <a16:creationId xmlns:a16="http://schemas.microsoft.com/office/drawing/2014/main" id="{D026C2C0-296F-29B4-808B-508A3C4A815F}"/>
              </a:ext>
            </a:extLst>
          </p:cNvPr>
          <p:cNvSpPr/>
          <p:nvPr/>
        </p:nvSpPr>
        <p:spPr>
          <a:xfrm>
            <a:off x="4261974" y="4295503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3" name="Text 25">
            <a:extLst>
              <a:ext uri="{FF2B5EF4-FFF2-40B4-BE49-F238E27FC236}">
                <a16:creationId xmlns:a16="http://schemas.microsoft.com/office/drawing/2014/main" id="{26A29912-0174-A566-DFC2-3B321091BC23}"/>
              </a:ext>
            </a:extLst>
          </p:cNvPr>
          <p:cNvSpPr/>
          <p:nvPr/>
        </p:nvSpPr>
        <p:spPr>
          <a:xfrm>
            <a:off x="4261974" y="4295503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🇬🇧 GB  5</a:t>
            </a:r>
            <a:endParaRPr lang="en-US" sz="1000"/>
          </a:p>
        </p:txBody>
      </p:sp>
      <p:sp>
        <p:nvSpPr>
          <p:cNvPr id="84" name="Shape 26">
            <a:extLst>
              <a:ext uri="{FF2B5EF4-FFF2-40B4-BE49-F238E27FC236}">
                <a16:creationId xmlns:a16="http://schemas.microsoft.com/office/drawing/2014/main" id="{E0F128B6-4DDE-8ABF-A966-8F1F9E862192}"/>
              </a:ext>
            </a:extLst>
          </p:cNvPr>
          <p:cNvSpPr/>
          <p:nvPr/>
        </p:nvSpPr>
        <p:spPr>
          <a:xfrm>
            <a:off x="4261974" y="4789279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5" name="Text 27">
            <a:extLst>
              <a:ext uri="{FF2B5EF4-FFF2-40B4-BE49-F238E27FC236}">
                <a16:creationId xmlns:a16="http://schemas.microsoft.com/office/drawing/2014/main" id="{3A7AAEE9-2FBE-BFD3-E25A-650EB8593D02}"/>
              </a:ext>
            </a:extLst>
          </p:cNvPr>
          <p:cNvSpPr/>
          <p:nvPr/>
        </p:nvSpPr>
        <p:spPr>
          <a:xfrm>
            <a:off x="4261974" y="4789279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🇪🇸 ES  4</a:t>
            </a:r>
            <a:endParaRPr lang="en-US" sz="1000"/>
          </a:p>
        </p:txBody>
      </p:sp>
      <p:sp>
        <p:nvSpPr>
          <p:cNvPr id="86" name="Shape 28">
            <a:extLst>
              <a:ext uri="{FF2B5EF4-FFF2-40B4-BE49-F238E27FC236}">
                <a16:creationId xmlns:a16="http://schemas.microsoft.com/office/drawing/2014/main" id="{3C781067-F663-2322-2F02-4004E24443E3}"/>
              </a:ext>
            </a:extLst>
          </p:cNvPr>
          <p:cNvSpPr/>
          <p:nvPr/>
        </p:nvSpPr>
        <p:spPr>
          <a:xfrm>
            <a:off x="6273654" y="3307951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7" name="Text 29">
            <a:extLst>
              <a:ext uri="{FF2B5EF4-FFF2-40B4-BE49-F238E27FC236}">
                <a16:creationId xmlns:a16="http://schemas.microsoft.com/office/drawing/2014/main" id="{C12C0CD3-0D28-F106-E5ED-47C72B3BFD3F}"/>
              </a:ext>
            </a:extLst>
          </p:cNvPr>
          <p:cNvSpPr/>
          <p:nvPr/>
        </p:nvSpPr>
        <p:spPr>
          <a:xfrm>
            <a:off x="6273654" y="3307951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🇸🇪 SE  2</a:t>
            </a:r>
            <a:endParaRPr lang="en-US" sz="1000"/>
          </a:p>
        </p:txBody>
      </p:sp>
      <p:sp>
        <p:nvSpPr>
          <p:cNvPr id="88" name="Shape 30">
            <a:extLst>
              <a:ext uri="{FF2B5EF4-FFF2-40B4-BE49-F238E27FC236}">
                <a16:creationId xmlns:a16="http://schemas.microsoft.com/office/drawing/2014/main" id="{73D5D09C-ECAC-D3AE-F6C8-01A919946EB1}"/>
              </a:ext>
            </a:extLst>
          </p:cNvPr>
          <p:cNvSpPr/>
          <p:nvPr/>
        </p:nvSpPr>
        <p:spPr>
          <a:xfrm>
            <a:off x="6273654" y="3801727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9" name="Text 31">
            <a:extLst>
              <a:ext uri="{FF2B5EF4-FFF2-40B4-BE49-F238E27FC236}">
                <a16:creationId xmlns:a16="http://schemas.microsoft.com/office/drawing/2014/main" id="{73B6413C-7ED7-9C70-4248-400C4C9E9948}"/>
              </a:ext>
            </a:extLst>
          </p:cNvPr>
          <p:cNvSpPr/>
          <p:nvPr/>
        </p:nvSpPr>
        <p:spPr>
          <a:xfrm>
            <a:off x="6273654" y="3801727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🇳🇱 NL  1</a:t>
            </a:r>
            <a:endParaRPr lang="en-US" sz="1000"/>
          </a:p>
        </p:txBody>
      </p:sp>
      <p:sp>
        <p:nvSpPr>
          <p:cNvPr id="90" name="Shape 32">
            <a:extLst>
              <a:ext uri="{FF2B5EF4-FFF2-40B4-BE49-F238E27FC236}">
                <a16:creationId xmlns:a16="http://schemas.microsoft.com/office/drawing/2014/main" id="{81A78BB4-4B92-D005-27C0-73CF0D0A497B}"/>
              </a:ext>
            </a:extLst>
          </p:cNvPr>
          <p:cNvSpPr/>
          <p:nvPr/>
        </p:nvSpPr>
        <p:spPr>
          <a:xfrm>
            <a:off x="6273654" y="4295503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1" name="Text 33">
            <a:extLst>
              <a:ext uri="{FF2B5EF4-FFF2-40B4-BE49-F238E27FC236}">
                <a16:creationId xmlns:a16="http://schemas.microsoft.com/office/drawing/2014/main" id="{1216B604-C475-45B0-E089-4D40CC314AAF}"/>
              </a:ext>
            </a:extLst>
          </p:cNvPr>
          <p:cNvSpPr/>
          <p:nvPr/>
        </p:nvSpPr>
        <p:spPr>
          <a:xfrm>
            <a:off x="6273654" y="4295503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🇦🇺 AU  1</a:t>
            </a:r>
            <a:endParaRPr lang="en-US" sz="1000"/>
          </a:p>
        </p:txBody>
      </p:sp>
      <p:sp>
        <p:nvSpPr>
          <p:cNvPr id="92" name="Text 34">
            <a:extLst>
              <a:ext uri="{FF2B5EF4-FFF2-40B4-BE49-F238E27FC236}">
                <a16:creationId xmlns:a16="http://schemas.microsoft.com/office/drawing/2014/main" id="{D803581A-27EF-9081-5576-DA569D89D5F2}"/>
              </a:ext>
            </a:extLst>
          </p:cNvPr>
          <p:cNvSpPr/>
          <p:nvPr/>
        </p:nvSpPr>
        <p:spPr>
          <a:xfrm>
            <a:off x="426720" y="534793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00"/>
          </a:p>
        </p:txBody>
      </p:sp>
      <p:sp>
        <p:nvSpPr>
          <p:cNvPr id="93" name="Shape 35">
            <a:extLst>
              <a:ext uri="{FF2B5EF4-FFF2-40B4-BE49-F238E27FC236}">
                <a16:creationId xmlns:a16="http://schemas.microsoft.com/office/drawing/2014/main" id="{F9DDAA2C-C8DB-204E-7F9F-EBED70EED97B}"/>
              </a:ext>
            </a:extLst>
          </p:cNvPr>
          <p:cNvSpPr/>
          <p:nvPr/>
        </p:nvSpPr>
        <p:spPr>
          <a:xfrm>
            <a:off x="426720" y="5658830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C20E1A"/>
          </a:solidFill>
          <a:ln w="12700">
            <a:solidFill>
              <a:srgbClr val="C20E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4" name="Text 36">
            <a:extLst>
              <a:ext uri="{FF2B5EF4-FFF2-40B4-BE49-F238E27FC236}">
                <a16:creationId xmlns:a16="http://schemas.microsoft.com/office/drawing/2014/main" id="{47885CA6-FAE2-90C5-C97B-DFB6B632EC02}"/>
              </a:ext>
            </a:extLst>
          </p:cNvPr>
          <p:cNvSpPr/>
          <p:nvPr/>
        </p:nvSpPr>
        <p:spPr>
          <a:xfrm>
            <a:off x="426720" y="565883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 API</a:t>
            </a:r>
            <a:endParaRPr lang="en-US" sz="1000"/>
          </a:p>
        </p:txBody>
      </p:sp>
      <p:sp>
        <p:nvSpPr>
          <p:cNvPr id="95" name="Shape 37">
            <a:extLst>
              <a:ext uri="{FF2B5EF4-FFF2-40B4-BE49-F238E27FC236}">
                <a16:creationId xmlns:a16="http://schemas.microsoft.com/office/drawing/2014/main" id="{38D6A195-50B1-186F-B029-DC36B409440E}"/>
              </a:ext>
            </a:extLst>
          </p:cNvPr>
          <p:cNvSpPr/>
          <p:nvPr/>
        </p:nvSpPr>
        <p:spPr>
          <a:xfrm>
            <a:off x="2602992" y="5658830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C20E1A"/>
          </a:solidFill>
          <a:ln w="12700">
            <a:solidFill>
              <a:srgbClr val="C20E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6" name="Text 38">
            <a:extLst>
              <a:ext uri="{FF2B5EF4-FFF2-40B4-BE49-F238E27FC236}">
                <a16:creationId xmlns:a16="http://schemas.microsoft.com/office/drawing/2014/main" id="{49889C5B-C23C-8A38-9107-0D01CEAF66B9}"/>
              </a:ext>
            </a:extLst>
          </p:cNvPr>
          <p:cNvSpPr/>
          <p:nvPr/>
        </p:nvSpPr>
        <p:spPr>
          <a:xfrm>
            <a:off x="2602992" y="565883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ROR API</a:t>
            </a:r>
            <a:endParaRPr lang="en-US" sz="1000"/>
          </a:p>
        </p:txBody>
      </p:sp>
      <p:sp>
        <p:nvSpPr>
          <p:cNvPr id="97" name="Shape 39">
            <a:extLst>
              <a:ext uri="{FF2B5EF4-FFF2-40B4-BE49-F238E27FC236}">
                <a16:creationId xmlns:a16="http://schemas.microsoft.com/office/drawing/2014/main" id="{7F82604A-DC37-2B05-3148-F642F0E92C2E}"/>
              </a:ext>
            </a:extLst>
          </p:cNvPr>
          <p:cNvSpPr/>
          <p:nvPr/>
        </p:nvSpPr>
        <p:spPr>
          <a:xfrm>
            <a:off x="4779264" y="5658830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C20E1A"/>
          </a:solidFill>
          <a:ln w="12700">
            <a:solidFill>
              <a:srgbClr val="C20E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8" name="Text 40">
            <a:extLst>
              <a:ext uri="{FF2B5EF4-FFF2-40B4-BE49-F238E27FC236}">
                <a16:creationId xmlns:a16="http://schemas.microsoft.com/office/drawing/2014/main" id="{6CA467E4-D28C-081B-355C-D154D9B81A88}"/>
              </a:ext>
            </a:extLst>
          </p:cNvPr>
          <p:cNvSpPr/>
          <p:nvPr/>
        </p:nvSpPr>
        <p:spPr>
          <a:xfrm>
            <a:off x="4779264" y="565883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Wikidata SPARQL</a:t>
            </a:r>
            <a:endParaRPr lang="en-US" sz="1000"/>
          </a:p>
        </p:txBody>
      </p:sp>
      <p:sp>
        <p:nvSpPr>
          <p:cNvPr id="99" name="Shape 41">
            <a:extLst>
              <a:ext uri="{FF2B5EF4-FFF2-40B4-BE49-F238E27FC236}">
                <a16:creationId xmlns:a16="http://schemas.microsoft.com/office/drawing/2014/main" id="{2355D306-6A9E-1745-8320-9608F986F5BF}"/>
              </a:ext>
            </a:extLst>
          </p:cNvPr>
          <p:cNvSpPr/>
          <p:nvPr/>
        </p:nvSpPr>
        <p:spPr>
          <a:xfrm>
            <a:off x="6955536" y="5658830"/>
            <a:ext cx="2011680" cy="329184"/>
          </a:xfrm>
          <a:prstGeom prst="roundRect">
            <a:avLst>
              <a:gd name="adj" fmla="val 22222"/>
            </a:avLst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0" name="Text 42">
            <a:extLst>
              <a:ext uri="{FF2B5EF4-FFF2-40B4-BE49-F238E27FC236}">
                <a16:creationId xmlns:a16="http://schemas.microsoft.com/office/drawing/2014/main" id="{90C18AD9-8B44-A588-AED7-5E99DBFE9BC7}"/>
              </a:ext>
            </a:extLst>
          </p:cNvPr>
          <p:cNvSpPr/>
          <p:nvPr/>
        </p:nvSpPr>
        <p:spPr>
          <a:xfrm>
            <a:off x="6955536" y="565883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Grobid + HuggingFace</a:t>
            </a:r>
            <a:endParaRPr lang="en-US" sz="1000"/>
          </a:p>
        </p:txBody>
      </p:sp>
      <p:sp>
        <p:nvSpPr>
          <p:cNvPr id="101" name="Shape 27">
            <a:extLst>
              <a:ext uri="{FF2B5EF4-FFF2-40B4-BE49-F238E27FC236}">
                <a16:creationId xmlns:a16="http://schemas.microsoft.com/office/drawing/2014/main" id="{D4675A72-2D4C-854D-FE6D-15EB1F2F738E}"/>
              </a:ext>
            </a:extLst>
          </p:cNvPr>
          <p:cNvSpPr/>
          <p:nvPr/>
        </p:nvSpPr>
        <p:spPr>
          <a:xfrm>
            <a:off x="8388531" y="3067972"/>
            <a:ext cx="28346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2" name="Shape 28">
            <a:extLst>
              <a:ext uri="{FF2B5EF4-FFF2-40B4-BE49-F238E27FC236}">
                <a16:creationId xmlns:a16="http://schemas.microsoft.com/office/drawing/2014/main" id="{8464BF91-53BC-7F23-C2B6-A8306C312112}"/>
              </a:ext>
            </a:extLst>
          </p:cNvPr>
          <p:cNvSpPr/>
          <p:nvPr/>
        </p:nvSpPr>
        <p:spPr>
          <a:xfrm>
            <a:off x="8406819" y="312283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3" name="Text 29">
            <a:extLst>
              <a:ext uri="{FF2B5EF4-FFF2-40B4-BE49-F238E27FC236}">
                <a16:creationId xmlns:a16="http://schemas.microsoft.com/office/drawing/2014/main" id="{74BA93EF-34C0-5018-8F09-4E7B8183A85B}"/>
              </a:ext>
            </a:extLst>
          </p:cNvPr>
          <p:cNvSpPr/>
          <p:nvPr/>
        </p:nvSpPr>
        <p:spPr>
          <a:xfrm>
            <a:off x="8406819" y="312283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/>
          </a:p>
        </p:txBody>
      </p:sp>
      <p:sp>
        <p:nvSpPr>
          <p:cNvPr id="104" name="Text 30">
            <a:extLst>
              <a:ext uri="{FF2B5EF4-FFF2-40B4-BE49-F238E27FC236}">
                <a16:creationId xmlns:a16="http://schemas.microsoft.com/office/drawing/2014/main" id="{00845FF8-53C4-8664-EBAA-5E53F751DC07}"/>
              </a:ext>
            </a:extLst>
          </p:cNvPr>
          <p:cNvSpPr/>
          <p:nvPr/>
        </p:nvSpPr>
        <p:spPr>
          <a:xfrm>
            <a:off x="9302931" y="31228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OpenAlex</a:t>
            </a:r>
            <a:endParaRPr lang="en-US" sz="1200"/>
          </a:p>
        </p:txBody>
      </p:sp>
      <p:sp>
        <p:nvSpPr>
          <p:cNvPr id="105" name="Text 31">
            <a:extLst>
              <a:ext uri="{FF2B5EF4-FFF2-40B4-BE49-F238E27FC236}">
                <a16:creationId xmlns:a16="http://schemas.microsoft.com/office/drawing/2014/main" id="{59AA7646-B7A8-EE6A-529D-339B05BC601B}"/>
              </a:ext>
            </a:extLst>
          </p:cNvPr>
          <p:cNvSpPr/>
          <p:nvPr/>
        </p:nvSpPr>
        <p:spPr>
          <a:xfrm>
            <a:off x="8406819" y="345202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metadata</a:t>
            </a:r>
            <a:endParaRPr lang="en-US" sz="1000"/>
          </a:p>
        </p:txBody>
      </p:sp>
      <p:sp>
        <p:nvSpPr>
          <p:cNvPr id="106" name="Shape 32">
            <a:extLst>
              <a:ext uri="{FF2B5EF4-FFF2-40B4-BE49-F238E27FC236}">
                <a16:creationId xmlns:a16="http://schemas.microsoft.com/office/drawing/2014/main" id="{ED17E9ED-C7FC-6F11-2D09-94556649F357}"/>
              </a:ext>
            </a:extLst>
          </p:cNvPr>
          <p:cNvSpPr/>
          <p:nvPr/>
        </p:nvSpPr>
        <p:spPr>
          <a:xfrm>
            <a:off x="8388531" y="3890932"/>
            <a:ext cx="283464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7" name="Shape 33">
            <a:extLst>
              <a:ext uri="{FF2B5EF4-FFF2-40B4-BE49-F238E27FC236}">
                <a16:creationId xmlns:a16="http://schemas.microsoft.com/office/drawing/2014/main" id="{1C04F4CA-54A2-1A0B-1C7B-4369435CFF1C}"/>
              </a:ext>
            </a:extLst>
          </p:cNvPr>
          <p:cNvSpPr/>
          <p:nvPr/>
        </p:nvSpPr>
        <p:spPr>
          <a:xfrm>
            <a:off x="8406819" y="39457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8" name="Text 34">
            <a:extLst>
              <a:ext uri="{FF2B5EF4-FFF2-40B4-BE49-F238E27FC236}">
                <a16:creationId xmlns:a16="http://schemas.microsoft.com/office/drawing/2014/main" id="{61300A62-EB92-455E-ACC5-DA44E999299A}"/>
              </a:ext>
            </a:extLst>
          </p:cNvPr>
          <p:cNvSpPr/>
          <p:nvPr/>
        </p:nvSpPr>
        <p:spPr>
          <a:xfrm>
            <a:off x="8406819" y="394579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/>
          </a:p>
        </p:txBody>
      </p:sp>
      <p:sp>
        <p:nvSpPr>
          <p:cNvPr id="109" name="Text 35">
            <a:extLst>
              <a:ext uri="{FF2B5EF4-FFF2-40B4-BE49-F238E27FC236}">
                <a16:creationId xmlns:a16="http://schemas.microsoft.com/office/drawing/2014/main" id="{FBC5F016-8A8D-C2D5-0459-4002A5E91E95}"/>
              </a:ext>
            </a:extLst>
          </p:cNvPr>
          <p:cNvSpPr/>
          <p:nvPr/>
        </p:nvSpPr>
        <p:spPr>
          <a:xfrm>
            <a:off x="9302931" y="39457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ROR</a:t>
            </a:r>
            <a:endParaRPr lang="en-US" sz="1200"/>
          </a:p>
        </p:txBody>
      </p:sp>
      <p:sp>
        <p:nvSpPr>
          <p:cNvPr id="110" name="Text 36">
            <a:extLst>
              <a:ext uri="{FF2B5EF4-FFF2-40B4-BE49-F238E27FC236}">
                <a16:creationId xmlns:a16="http://schemas.microsoft.com/office/drawing/2014/main" id="{5CBE36CD-652E-E6F0-B7A3-7A611A902835}"/>
              </a:ext>
            </a:extLst>
          </p:cNvPr>
          <p:cNvSpPr/>
          <p:nvPr/>
        </p:nvSpPr>
        <p:spPr>
          <a:xfrm>
            <a:off x="8406819" y="427498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+ country</a:t>
            </a:r>
            <a:endParaRPr lang="en-US" sz="1000"/>
          </a:p>
        </p:txBody>
      </p:sp>
      <p:sp>
        <p:nvSpPr>
          <p:cNvPr id="111" name="Shape 37">
            <a:extLst>
              <a:ext uri="{FF2B5EF4-FFF2-40B4-BE49-F238E27FC236}">
                <a16:creationId xmlns:a16="http://schemas.microsoft.com/office/drawing/2014/main" id="{B49AD65D-5DD9-4268-99A7-77D7D372C985}"/>
              </a:ext>
            </a:extLst>
          </p:cNvPr>
          <p:cNvSpPr/>
          <p:nvPr/>
        </p:nvSpPr>
        <p:spPr>
          <a:xfrm>
            <a:off x="8388531" y="4713892"/>
            <a:ext cx="2834640" cy="713232"/>
          </a:xfrm>
          <a:prstGeom prst="rect">
            <a:avLst/>
          </a:prstGeom>
          <a:solidFill>
            <a:srgbClr val="FFF0F0"/>
          </a:solidFill>
          <a:ln w="9525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2" name="Shape 38">
            <a:extLst>
              <a:ext uri="{FF2B5EF4-FFF2-40B4-BE49-F238E27FC236}">
                <a16:creationId xmlns:a16="http://schemas.microsoft.com/office/drawing/2014/main" id="{FAA2C5D8-8F65-8C05-35DD-D4AB7F38AAE1}"/>
              </a:ext>
            </a:extLst>
          </p:cNvPr>
          <p:cNvSpPr/>
          <p:nvPr/>
        </p:nvSpPr>
        <p:spPr>
          <a:xfrm>
            <a:off x="8406819" y="476875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C20E1A"/>
          </a:solidFill>
          <a:ln w="12700">
            <a:solidFill>
              <a:srgbClr val="C20E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3" name="Text 39">
            <a:extLst>
              <a:ext uri="{FF2B5EF4-FFF2-40B4-BE49-F238E27FC236}">
                <a16:creationId xmlns:a16="http://schemas.microsoft.com/office/drawing/2014/main" id="{1A9F6451-B2DF-3386-4C85-F7780993D656}"/>
              </a:ext>
            </a:extLst>
          </p:cNvPr>
          <p:cNvSpPr/>
          <p:nvPr/>
        </p:nvSpPr>
        <p:spPr>
          <a:xfrm>
            <a:off x="8406819" y="47687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RDF ✓</a:t>
            </a:r>
            <a:endParaRPr lang="en-US" sz="1000"/>
          </a:p>
        </p:txBody>
      </p:sp>
      <p:sp>
        <p:nvSpPr>
          <p:cNvPr id="114" name="Text 40">
            <a:extLst>
              <a:ext uri="{FF2B5EF4-FFF2-40B4-BE49-F238E27FC236}">
                <a16:creationId xmlns:a16="http://schemas.microsoft.com/office/drawing/2014/main" id="{ACFFF39D-01AE-746D-11BE-5B09FA5ECF1A}"/>
              </a:ext>
            </a:extLst>
          </p:cNvPr>
          <p:cNvSpPr/>
          <p:nvPr/>
        </p:nvSpPr>
        <p:spPr>
          <a:xfrm>
            <a:off x="9302931" y="47687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Wikidata</a:t>
            </a:r>
            <a:endParaRPr lang="en-US" sz="1200"/>
          </a:p>
        </p:txBody>
      </p:sp>
      <p:sp>
        <p:nvSpPr>
          <p:cNvPr id="115" name="Text 41">
            <a:extLst>
              <a:ext uri="{FF2B5EF4-FFF2-40B4-BE49-F238E27FC236}">
                <a16:creationId xmlns:a16="http://schemas.microsoft.com/office/drawing/2014/main" id="{16479B80-7CD6-E950-F329-17B599ACACA0}"/>
              </a:ext>
            </a:extLst>
          </p:cNvPr>
          <p:cNvSpPr/>
          <p:nvPr/>
        </p:nvSpPr>
        <p:spPr>
          <a:xfrm>
            <a:off x="8406819" y="5097940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employer history</a:t>
            </a:r>
            <a:endParaRPr lang="en-US" sz="1000"/>
          </a:p>
        </p:txBody>
      </p:sp>
      <p:sp>
        <p:nvSpPr>
          <p:cNvPr id="116" name="Text 26">
            <a:extLst>
              <a:ext uri="{FF2B5EF4-FFF2-40B4-BE49-F238E27FC236}">
                <a16:creationId xmlns:a16="http://schemas.microsoft.com/office/drawing/2014/main" id="{BF520068-8426-DE37-75B8-43E40B79EDAE}"/>
              </a:ext>
            </a:extLst>
          </p:cNvPr>
          <p:cNvSpPr/>
          <p:nvPr/>
        </p:nvSpPr>
        <p:spPr>
          <a:xfrm>
            <a:off x="8388531" y="263216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Enrichment (≥1 RDF + ≥1 API)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2722164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64CE82-BEF3-0DA2-C70B-16D39DE937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Diseño y Flujo de Trabajo</a:t>
            </a:r>
            <a:endParaRPr lang="en-GB"/>
          </a:p>
        </p:txBody>
      </p:sp>
      <p:sp>
        <p:nvSpPr>
          <p:cNvPr id="21" name="Shape 3">
            <a:extLst>
              <a:ext uri="{FF2B5EF4-FFF2-40B4-BE49-F238E27FC236}">
                <a16:creationId xmlns:a16="http://schemas.microsoft.com/office/drawing/2014/main" id="{AF69FC0E-17A9-12F0-8D20-E282A65D4A54}"/>
              </a:ext>
            </a:extLst>
          </p:cNvPr>
          <p:cNvSpPr/>
          <p:nvPr/>
        </p:nvSpPr>
        <p:spPr>
          <a:xfrm>
            <a:off x="1535936" y="2075688"/>
            <a:ext cx="2194560" cy="1371600"/>
          </a:xfrm>
          <a:prstGeom prst="rect">
            <a:avLst/>
          </a:prstGeom>
          <a:solidFill>
            <a:srgbClr val="0F1F4B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2FA49C9C-622A-15D7-911A-99E0F1B97331}"/>
              </a:ext>
            </a:extLst>
          </p:cNvPr>
          <p:cNvSpPr/>
          <p:nvPr/>
        </p:nvSpPr>
        <p:spPr>
          <a:xfrm>
            <a:off x="1535936" y="216712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/ Funder</a:t>
            </a:r>
            <a:endParaRPr lang="en-US" sz="1600"/>
          </a:p>
        </p:txBody>
      </p:sp>
      <p:sp>
        <p:nvSpPr>
          <p:cNvPr id="23" name="Text 5">
            <a:extLst>
              <a:ext uri="{FF2B5EF4-FFF2-40B4-BE49-F238E27FC236}">
                <a16:creationId xmlns:a16="http://schemas.microsoft.com/office/drawing/2014/main" id="{D5412159-5D3F-AD2F-2BCA-380A6DB522F7}"/>
              </a:ext>
            </a:extLst>
          </p:cNvPr>
          <p:cNvSpPr/>
          <p:nvPr/>
        </p:nvSpPr>
        <p:spPr>
          <a:xfrm>
            <a:off x="1609088" y="2642616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 · EU H2020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Wellcome · DFG…</a:t>
            </a:r>
            <a:endParaRPr lang="en-US" sz="110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C1738F27-C9F0-719B-C056-D5F85AD4444A}"/>
              </a:ext>
            </a:extLst>
          </p:cNvPr>
          <p:cNvSpPr/>
          <p:nvPr/>
        </p:nvSpPr>
        <p:spPr>
          <a:xfrm>
            <a:off x="3803648" y="2532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/>
          </a:p>
        </p:txBody>
      </p:sp>
      <p:sp>
        <p:nvSpPr>
          <p:cNvPr id="25" name="Shape 7">
            <a:extLst>
              <a:ext uri="{FF2B5EF4-FFF2-40B4-BE49-F238E27FC236}">
                <a16:creationId xmlns:a16="http://schemas.microsoft.com/office/drawing/2014/main" id="{3BC05BE6-433E-E936-306E-57D0BEC0AF81}"/>
              </a:ext>
            </a:extLst>
          </p:cNvPr>
          <p:cNvSpPr/>
          <p:nvPr/>
        </p:nvSpPr>
        <p:spPr>
          <a:xfrm>
            <a:off x="4388864" y="2075688"/>
            <a:ext cx="2194560" cy="1371600"/>
          </a:xfrm>
          <a:prstGeom prst="rect">
            <a:avLst/>
          </a:prstGeom>
          <a:solidFill>
            <a:srgbClr val="C20E1A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GB"/>
          </a:p>
        </p:txBody>
      </p:sp>
      <p:sp>
        <p:nvSpPr>
          <p:cNvPr id="26" name="Text 8">
            <a:extLst>
              <a:ext uri="{FF2B5EF4-FFF2-40B4-BE49-F238E27FC236}">
                <a16:creationId xmlns:a16="http://schemas.microsoft.com/office/drawing/2014/main" id="{E25A2359-B6E0-0A19-C8B5-25305C2B1E43}"/>
              </a:ext>
            </a:extLst>
          </p:cNvPr>
          <p:cNvSpPr/>
          <p:nvPr/>
        </p:nvSpPr>
        <p:spPr>
          <a:xfrm>
            <a:off x="4388864" y="216712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600"/>
          </a:p>
        </p:txBody>
      </p:sp>
      <p:sp>
        <p:nvSpPr>
          <p:cNvPr id="27" name="Text 9">
            <a:extLst>
              <a:ext uri="{FF2B5EF4-FFF2-40B4-BE49-F238E27FC236}">
                <a16:creationId xmlns:a16="http://schemas.microsoft.com/office/drawing/2014/main" id="{E959DE5C-3FD0-A0C7-A8F8-06555C51983F}"/>
              </a:ext>
            </a:extLst>
          </p:cNvPr>
          <p:cNvSpPr/>
          <p:nvPr/>
        </p:nvSpPr>
        <p:spPr>
          <a:xfrm>
            <a:off x="4462016" y="2642616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· abstract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 · topics</a:t>
            </a:r>
            <a:endParaRPr lang="en-US" sz="110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CD426072-8D83-12F6-B088-E3124BFC0A9B}"/>
              </a:ext>
            </a:extLst>
          </p:cNvPr>
          <p:cNvSpPr/>
          <p:nvPr/>
        </p:nvSpPr>
        <p:spPr>
          <a:xfrm>
            <a:off x="6656576" y="25328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/>
          </a:p>
        </p:txBody>
      </p:sp>
      <p:sp>
        <p:nvSpPr>
          <p:cNvPr id="29" name="Shape 11">
            <a:extLst>
              <a:ext uri="{FF2B5EF4-FFF2-40B4-BE49-F238E27FC236}">
                <a16:creationId xmlns:a16="http://schemas.microsoft.com/office/drawing/2014/main" id="{FE64406D-4869-3E4C-0AB4-FC855ACF223A}"/>
              </a:ext>
            </a:extLst>
          </p:cNvPr>
          <p:cNvSpPr/>
          <p:nvPr/>
        </p:nvSpPr>
        <p:spPr>
          <a:xfrm>
            <a:off x="7241792" y="2075688"/>
            <a:ext cx="2194560" cy="1371600"/>
          </a:xfrm>
          <a:prstGeom prst="rect">
            <a:avLst/>
          </a:prstGeom>
          <a:solidFill>
            <a:srgbClr val="027A5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9EDE6DE4-7B91-BAE6-0BC7-80A6CCF1D053}"/>
              </a:ext>
            </a:extLst>
          </p:cNvPr>
          <p:cNvSpPr/>
          <p:nvPr/>
        </p:nvSpPr>
        <p:spPr>
          <a:xfrm>
            <a:off x="7241792" y="2167128"/>
            <a:ext cx="2194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60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318F92C0-E146-3F25-156F-5F9F02795E20}"/>
              </a:ext>
            </a:extLst>
          </p:cNvPr>
          <p:cNvSpPr/>
          <p:nvPr/>
        </p:nvSpPr>
        <p:spPr>
          <a:xfrm>
            <a:off x="7314944" y="2642616"/>
            <a:ext cx="204825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</a:t>
            </a:r>
            <a:endParaRPr lang="en-US" sz="1100"/>
          </a:p>
          <a:p>
            <a:pPr marL="0" indent="0" algn="ctr">
              <a:buNone/>
            </a:pPr>
            <a:r>
              <a:rPr lang="en-US" sz="1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stars · license</a:t>
            </a:r>
            <a:endParaRPr lang="en-US" sz="1100"/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DF77A91F-5E45-ADAD-DBC7-DE3726AB8CDC}"/>
              </a:ext>
            </a:extLst>
          </p:cNvPr>
          <p:cNvSpPr/>
          <p:nvPr/>
        </p:nvSpPr>
        <p:spPr>
          <a:xfrm>
            <a:off x="1403605" y="360883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i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acknowledges  /  fundedBy  /  resultsInSoftware  /  hasTopicAssignment</a:t>
            </a:r>
            <a:endParaRPr lang="en-US" sz="950"/>
          </a:p>
        </p:txBody>
      </p:sp>
      <p:sp>
        <p:nvSpPr>
          <p:cNvPr id="34" name="Shape 17">
            <a:extLst>
              <a:ext uri="{FF2B5EF4-FFF2-40B4-BE49-F238E27FC236}">
                <a16:creationId xmlns:a16="http://schemas.microsoft.com/office/drawing/2014/main" id="{87A3E2F8-1569-61F1-C30D-8B8E75FA427E}"/>
              </a:ext>
            </a:extLst>
          </p:cNvPr>
          <p:cNvSpPr/>
          <p:nvPr/>
        </p:nvSpPr>
        <p:spPr>
          <a:xfrm>
            <a:off x="4046221" y="4087368"/>
            <a:ext cx="2788920" cy="475488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Text 18">
            <a:extLst>
              <a:ext uri="{FF2B5EF4-FFF2-40B4-BE49-F238E27FC236}">
                <a16:creationId xmlns:a16="http://schemas.microsoft.com/office/drawing/2014/main" id="{E499A5AF-AE47-EEEA-4A2E-12E834EB1E06}"/>
              </a:ext>
            </a:extLst>
          </p:cNvPr>
          <p:cNvSpPr/>
          <p:nvPr/>
        </p:nvSpPr>
        <p:spPr>
          <a:xfrm>
            <a:off x="4137661" y="4105656"/>
            <a:ext cx="26060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               </a:t>
            </a:r>
            <a:r>
              <a:rPr lang="en-US" sz="1100" err="1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Zenodo</a:t>
            </a:r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 + RO-Crate + PROV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36" name="Shape 19">
            <a:extLst>
              <a:ext uri="{FF2B5EF4-FFF2-40B4-BE49-F238E27FC236}">
                <a16:creationId xmlns:a16="http://schemas.microsoft.com/office/drawing/2014/main" id="{BD7A521C-C7E9-E13D-7C97-140BE6C45183}"/>
              </a:ext>
            </a:extLst>
          </p:cNvPr>
          <p:cNvSpPr/>
          <p:nvPr/>
        </p:nvSpPr>
        <p:spPr>
          <a:xfrm>
            <a:off x="7382474" y="4087368"/>
            <a:ext cx="2788920" cy="475488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2842D5AA-6D67-36B9-8054-9C745E74275D}"/>
              </a:ext>
            </a:extLst>
          </p:cNvPr>
          <p:cNvSpPr/>
          <p:nvPr/>
        </p:nvSpPr>
        <p:spPr>
          <a:xfrm>
            <a:off x="7473914" y="4105656"/>
            <a:ext cx="26060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             n-ary patterns for thresholds</a:t>
            </a:r>
            <a:endParaRPr lang="en-US" sz="1100">
              <a:latin typeface="Calibri"/>
              <a:ea typeface="Calibri"/>
              <a:cs typeface="Calibri"/>
            </a:endParaRPr>
          </a:p>
        </p:txBody>
      </p:sp>
      <p:sp>
        <p:nvSpPr>
          <p:cNvPr id="38" name="Shape 17">
            <a:extLst>
              <a:ext uri="{FF2B5EF4-FFF2-40B4-BE49-F238E27FC236}">
                <a16:creationId xmlns:a16="http://schemas.microsoft.com/office/drawing/2014/main" id="{B7545CE9-6FB7-6DC8-9554-91F55314E5D6}"/>
              </a:ext>
            </a:extLst>
          </p:cNvPr>
          <p:cNvSpPr/>
          <p:nvPr/>
        </p:nvSpPr>
        <p:spPr>
          <a:xfrm>
            <a:off x="983635" y="4105656"/>
            <a:ext cx="2788920" cy="475488"/>
          </a:xfrm>
          <a:prstGeom prst="rect">
            <a:avLst/>
          </a:prstGeom>
          <a:solidFill>
            <a:srgbClr val="EEF2FF"/>
          </a:solidFill>
          <a:ln w="1016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Text 16">
            <a:extLst>
              <a:ext uri="{FF2B5EF4-FFF2-40B4-BE49-F238E27FC236}">
                <a16:creationId xmlns:a16="http://schemas.microsoft.com/office/drawing/2014/main" id="{F1639F77-F003-3347-60F1-00FA2EED4DC0}"/>
              </a:ext>
            </a:extLst>
          </p:cNvPr>
          <p:cNvSpPr/>
          <p:nvPr/>
        </p:nvSpPr>
        <p:spPr>
          <a:xfrm>
            <a:off x="1124713" y="4105656"/>
            <a:ext cx="26060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>
                <a:solidFill>
                  <a:srgbClr val="1A1A2E"/>
                </a:solidFill>
                <a:latin typeface="Calibri"/>
                <a:ea typeface="Calibri"/>
                <a:cs typeface="Calibri"/>
              </a:rPr>
              <a:t>               5 SPARQL relevant queries</a:t>
            </a:r>
          </a:p>
        </p:txBody>
      </p:sp>
      <p:sp>
        <p:nvSpPr>
          <p:cNvPr id="40" name="Shape 3">
            <a:extLst>
              <a:ext uri="{FF2B5EF4-FFF2-40B4-BE49-F238E27FC236}">
                <a16:creationId xmlns:a16="http://schemas.microsoft.com/office/drawing/2014/main" id="{7D83EE39-B395-35A6-2F30-2F1302C2EADA}"/>
              </a:ext>
            </a:extLst>
          </p:cNvPr>
          <p:cNvSpPr/>
          <p:nvPr/>
        </p:nvSpPr>
        <p:spPr>
          <a:xfrm>
            <a:off x="1334768" y="5002086"/>
            <a:ext cx="841248" cy="82296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Text 4">
            <a:extLst>
              <a:ext uri="{FF2B5EF4-FFF2-40B4-BE49-F238E27FC236}">
                <a16:creationId xmlns:a16="http://schemas.microsoft.com/office/drawing/2014/main" id="{3F0CEF64-F71D-15EC-0D5B-5BA8C293402D}"/>
              </a:ext>
            </a:extLst>
          </p:cNvPr>
          <p:cNvSpPr/>
          <p:nvPr/>
        </p:nvSpPr>
        <p:spPr>
          <a:xfrm>
            <a:off x="1334768" y="503866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/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56C50C4D-5137-9184-0B07-C9AC74AF9ABC}"/>
              </a:ext>
            </a:extLst>
          </p:cNvPr>
          <p:cNvSpPr/>
          <p:nvPr/>
        </p:nvSpPr>
        <p:spPr>
          <a:xfrm>
            <a:off x="1353056" y="530383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650"/>
          </a:p>
          <a:p>
            <a:pPr marL="0" indent="0" algn="ctr">
              <a:buNone/>
            </a:pPr>
            <a:r>
              <a:rPr lang="en-US" sz="6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</a:t>
            </a:r>
            <a:endParaRPr lang="en-US" sz="650"/>
          </a:p>
          <a:p>
            <a:pPr marL="0" indent="0" algn="ctr">
              <a:buNone/>
            </a:pPr>
            <a:r>
              <a:rPr lang="en-US" sz="6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(OpenAlex)</a:t>
            </a:r>
            <a:endParaRPr lang="en-US" sz="650"/>
          </a:p>
        </p:txBody>
      </p:sp>
      <p:sp>
        <p:nvSpPr>
          <p:cNvPr id="43" name="Text 6">
            <a:extLst>
              <a:ext uri="{FF2B5EF4-FFF2-40B4-BE49-F238E27FC236}">
                <a16:creationId xmlns:a16="http://schemas.microsoft.com/office/drawing/2014/main" id="{3801BBCA-4BE4-4B3A-0A8C-94E4885C4783}"/>
              </a:ext>
            </a:extLst>
          </p:cNvPr>
          <p:cNvSpPr/>
          <p:nvPr/>
        </p:nvSpPr>
        <p:spPr>
          <a:xfrm>
            <a:off x="2176016" y="5258118"/>
            <a:ext cx="128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/>
          </a:p>
        </p:txBody>
      </p:sp>
      <p:sp>
        <p:nvSpPr>
          <p:cNvPr id="44" name="Shape 7">
            <a:extLst>
              <a:ext uri="{FF2B5EF4-FFF2-40B4-BE49-F238E27FC236}">
                <a16:creationId xmlns:a16="http://schemas.microsoft.com/office/drawing/2014/main" id="{4EC828C5-1772-DFB4-5E2B-F529D23CB270}"/>
              </a:ext>
            </a:extLst>
          </p:cNvPr>
          <p:cNvSpPr/>
          <p:nvPr/>
        </p:nvSpPr>
        <p:spPr>
          <a:xfrm>
            <a:off x="2294888" y="5002086"/>
            <a:ext cx="841248" cy="82296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70350BFE-8FD9-0BFA-3A4B-346FCF807346}"/>
              </a:ext>
            </a:extLst>
          </p:cNvPr>
          <p:cNvSpPr/>
          <p:nvPr/>
        </p:nvSpPr>
        <p:spPr>
          <a:xfrm>
            <a:off x="2294888" y="503866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/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3D2AC3EF-98B1-4D85-37CD-983699CEFD0C}"/>
              </a:ext>
            </a:extLst>
          </p:cNvPr>
          <p:cNvSpPr/>
          <p:nvPr/>
        </p:nvSpPr>
        <p:spPr>
          <a:xfrm>
            <a:off x="2313176" y="530383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650"/>
          </a:p>
          <a:p>
            <a:pPr marL="0" indent="0" algn="ctr">
              <a:buNone/>
            </a:pPr>
            <a:r>
              <a:rPr lang="en-US" sz="6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650"/>
          </a:p>
          <a:p>
            <a:pPr marL="0" indent="0" algn="ctr">
              <a:buNone/>
            </a:pPr>
            <a:r>
              <a:rPr lang="en-US" sz="6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(Grobid)</a:t>
            </a:r>
            <a:endParaRPr lang="en-US" sz="650"/>
          </a:p>
        </p:txBody>
      </p:sp>
      <p:sp>
        <p:nvSpPr>
          <p:cNvPr id="47" name="Text 10">
            <a:extLst>
              <a:ext uri="{FF2B5EF4-FFF2-40B4-BE49-F238E27FC236}">
                <a16:creationId xmlns:a16="http://schemas.microsoft.com/office/drawing/2014/main" id="{8C098066-3942-F746-D646-6AE29F76CFFB}"/>
              </a:ext>
            </a:extLst>
          </p:cNvPr>
          <p:cNvSpPr/>
          <p:nvPr/>
        </p:nvSpPr>
        <p:spPr>
          <a:xfrm>
            <a:off x="3136136" y="5258118"/>
            <a:ext cx="128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/>
          </a:p>
        </p:txBody>
      </p:sp>
      <p:sp>
        <p:nvSpPr>
          <p:cNvPr id="48" name="Shape 11">
            <a:extLst>
              <a:ext uri="{FF2B5EF4-FFF2-40B4-BE49-F238E27FC236}">
                <a16:creationId xmlns:a16="http://schemas.microsoft.com/office/drawing/2014/main" id="{38D22B90-3CE9-46F0-4AA8-B26712CE25F3}"/>
              </a:ext>
            </a:extLst>
          </p:cNvPr>
          <p:cNvSpPr/>
          <p:nvPr/>
        </p:nvSpPr>
        <p:spPr>
          <a:xfrm>
            <a:off x="3255008" y="5002086"/>
            <a:ext cx="841248" cy="82296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12">
            <a:extLst>
              <a:ext uri="{FF2B5EF4-FFF2-40B4-BE49-F238E27FC236}">
                <a16:creationId xmlns:a16="http://schemas.microsoft.com/office/drawing/2014/main" id="{128003CD-4C88-350B-440A-4E330955891F}"/>
              </a:ext>
            </a:extLst>
          </p:cNvPr>
          <p:cNvSpPr/>
          <p:nvPr/>
        </p:nvSpPr>
        <p:spPr>
          <a:xfrm>
            <a:off x="3255008" y="503866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03a</a:t>
            </a:r>
            <a:endParaRPr lang="en-US" sz="1200"/>
          </a:p>
        </p:txBody>
      </p:sp>
      <p:sp>
        <p:nvSpPr>
          <p:cNvPr id="50" name="Text 13">
            <a:extLst>
              <a:ext uri="{FF2B5EF4-FFF2-40B4-BE49-F238E27FC236}">
                <a16:creationId xmlns:a16="http://schemas.microsoft.com/office/drawing/2014/main" id="{3F3001C6-5175-A013-8810-811C39B2617E}"/>
              </a:ext>
            </a:extLst>
          </p:cNvPr>
          <p:cNvSpPr/>
          <p:nvPr/>
        </p:nvSpPr>
        <p:spPr>
          <a:xfrm>
            <a:off x="3273296" y="530383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650"/>
          </a:p>
          <a:p>
            <a:pPr marL="0" indent="0" algn="ctr">
              <a:buNone/>
            </a:pPr>
            <a:r>
              <a:rPr lang="en-US" sz="6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orgs</a:t>
            </a:r>
            <a:endParaRPr lang="en-US" sz="650"/>
          </a:p>
          <a:p>
            <a:pPr marL="0" indent="0" algn="ctr">
              <a:buNone/>
            </a:pPr>
            <a:r>
              <a:rPr lang="en-US" sz="6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(ROR)</a:t>
            </a:r>
            <a:endParaRPr lang="en-US" sz="650"/>
          </a:p>
        </p:txBody>
      </p:sp>
      <p:sp>
        <p:nvSpPr>
          <p:cNvPr id="51" name="Text 14">
            <a:extLst>
              <a:ext uri="{FF2B5EF4-FFF2-40B4-BE49-F238E27FC236}">
                <a16:creationId xmlns:a16="http://schemas.microsoft.com/office/drawing/2014/main" id="{E3F42B3E-2439-38A3-6B29-BC30CB4A3CB3}"/>
              </a:ext>
            </a:extLst>
          </p:cNvPr>
          <p:cNvSpPr/>
          <p:nvPr/>
        </p:nvSpPr>
        <p:spPr>
          <a:xfrm>
            <a:off x="4096256" y="5258118"/>
            <a:ext cx="128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/>
          </a:p>
        </p:txBody>
      </p:sp>
      <p:sp>
        <p:nvSpPr>
          <p:cNvPr id="52" name="Shape 15">
            <a:extLst>
              <a:ext uri="{FF2B5EF4-FFF2-40B4-BE49-F238E27FC236}">
                <a16:creationId xmlns:a16="http://schemas.microsoft.com/office/drawing/2014/main" id="{278C8F78-5EC5-C437-11AC-B5CE12A5B1AB}"/>
              </a:ext>
            </a:extLst>
          </p:cNvPr>
          <p:cNvSpPr/>
          <p:nvPr/>
        </p:nvSpPr>
        <p:spPr>
          <a:xfrm>
            <a:off x="4215128" y="5002086"/>
            <a:ext cx="841248" cy="822960"/>
          </a:xfrm>
          <a:prstGeom prst="rect">
            <a:avLst/>
          </a:prstGeom>
          <a:solidFill>
            <a:srgbClr val="0F1F4B"/>
          </a:solidFill>
          <a:ln w="12700">
            <a:solidFill>
              <a:srgbClr val="0F1F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36E6CAA0-7B5C-9B04-B7CD-318798C95F06}"/>
              </a:ext>
            </a:extLst>
          </p:cNvPr>
          <p:cNvSpPr/>
          <p:nvPr/>
        </p:nvSpPr>
        <p:spPr>
          <a:xfrm>
            <a:off x="4215128" y="503866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03b</a:t>
            </a:r>
            <a:endParaRPr lang="en-US" sz="1200"/>
          </a:p>
        </p:txBody>
      </p:sp>
      <p:sp>
        <p:nvSpPr>
          <p:cNvPr id="54" name="Text 17">
            <a:extLst>
              <a:ext uri="{FF2B5EF4-FFF2-40B4-BE49-F238E27FC236}">
                <a16:creationId xmlns:a16="http://schemas.microsoft.com/office/drawing/2014/main" id="{8411DA37-3546-2D52-A1D6-01357CFE6854}"/>
              </a:ext>
            </a:extLst>
          </p:cNvPr>
          <p:cNvSpPr/>
          <p:nvPr/>
        </p:nvSpPr>
        <p:spPr>
          <a:xfrm>
            <a:off x="4233416" y="530383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650"/>
          </a:p>
          <a:p>
            <a:pPr marL="0" indent="0" algn="ctr">
              <a:buNone/>
            </a:pPr>
            <a:r>
              <a:rPr lang="en-US" sz="6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650"/>
          </a:p>
          <a:p>
            <a:pPr marL="0" indent="0" algn="ctr">
              <a:buNone/>
            </a:pPr>
            <a:r>
              <a:rPr lang="en-US" sz="6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(Wikidata)</a:t>
            </a:r>
            <a:endParaRPr lang="en-US" sz="650"/>
          </a:p>
        </p:txBody>
      </p:sp>
      <p:sp>
        <p:nvSpPr>
          <p:cNvPr id="55" name="Text 18">
            <a:extLst>
              <a:ext uri="{FF2B5EF4-FFF2-40B4-BE49-F238E27FC236}">
                <a16:creationId xmlns:a16="http://schemas.microsoft.com/office/drawing/2014/main" id="{571CBD88-44AB-A697-5E8B-A56757675A75}"/>
              </a:ext>
            </a:extLst>
          </p:cNvPr>
          <p:cNvSpPr/>
          <p:nvPr/>
        </p:nvSpPr>
        <p:spPr>
          <a:xfrm>
            <a:off x="5056376" y="5258118"/>
            <a:ext cx="128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/>
          </a:p>
        </p:txBody>
      </p:sp>
      <p:sp>
        <p:nvSpPr>
          <p:cNvPr id="56" name="Shape 19">
            <a:extLst>
              <a:ext uri="{FF2B5EF4-FFF2-40B4-BE49-F238E27FC236}">
                <a16:creationId xmlns:a16="http://schemas.microsoft.com/office/drawing/2014/main" id="{DD44A3DD-115B-4E92-303E-A0E6F750739D}"/>
              </a:ext>
            </a:extLst>
          </p:cNvPr>
          <p:cNvSpPr/>
          <p:nvPr/>
        </p:nvSpPr>
        <p:spPr>
          <a:xfrm>
            <a:off x="5175248" y="5002086"/>
            <a:ext cx="841248" cy="822960"/>
          </a:xfrm>
          <a:prstGeom prst="rect">
            <a:avLst/>
          </a:prstGeom>
          <a:solidFill>
            <a:srgbClr val="C20E1A"/>
          </a:solidFill>
          <a:ln w="12700">
            <a:solidFill>
              <a:srgbClr val="C20E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7" name="Text 20">
            <a:extLst>
              <a:ext uri="{FF2B5EF4-FFF2-40B4-BE49-F238E27FC236}">
                <a16:creationId xmlns:a16="http://schemas.microsoft.com/office/drawing/2014/main" id="{E9FDAAB6-3D74-C09B-4A84-E46997AC1C78}"/>
              </a:ext>
            </a:extLst>
          </p:cNvPr>
          <p:cNvSpPr/>
          <p:nvPr/>
        </p:nvSpPr>
        <p:spPr>
          <a:xfrm>
            <a:off x="5175248" y="503866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/>
          </a:p>
        </p:txBody>
      </p:sp>
      <p:sp>
        <p:nvSpPr>
          <p:cNvPr id="58" name="Text 21">
            <a:extLst>
              <a:ext uri="{FF2B5EF4-FFF2-40B4-BE49-F238E27FC236}">
                <a16:creationId xmlns:a16="http://schemas.microsoft.com/office/drawing/2014/main" id="{938E04DD-6B65-27BB-1405-19AA7DD16C8E}"/>
              </a:ext>
            </a:extLst>
          </p:cNvPr>
          <p:cNvSpPr/>
          <p:nvPr/>
        </p:nvSpPr>
        <p:spPr>
          <a:xfrm>
            <a:off x="5193536" y="530383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</a:t>
            </a:r>
            <a:endParaRPr lang="en-US" sz="650"/>
          </a:p>
          <a:p>
            <a:pPr marL="0" indent="0" algn="ctr">
              <a:buNone/>
            </a:pPr>
            <a:r>
              <a:rPr lang="en-US" sz="6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650"/>
          </a:p>
          <a:p>
            <a:pPr marL="0" indent="0" algn="ctr">
              <a:buNone/>
            </a:pPr>
            <a:r>
              <a:rPr lang="en-US" sz="6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(BERTopic)</a:t>
            </a:r>
            <a:endParaRPr lang="en-US" sz="650"/>
          </a:p>
        </p:txBody>
      </p:sp>
      <p:sp>
        <p:nvSpPr>
          <p:cNvPr id="59" name="Text 22">
            <a:extLst>
              <a:ext uri="{FF2B5EF4-FFF2-40B4-BE49-F238E27FC236}">
                <a16:creationId xmlns:a16="http://schemas.microsoft.com/office/drawing/2014/main" id="{2039D402-B7A0-374D-DF09-9C7F08323BF7}"/>
              </a:ext>
            </a:extLst>
          </p:cNvPr>
          <p:cNvSpPr/>
          <p:nvPr/>
        </p:nvSpPr>
        <p:spPr>
          <a:xfrm>
            <a:off x="6016496" y="5258118"/>
            <a:ext cx="128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/>
          </a:p>
        </p:txBody>
      </p:sp>
      <p:sp>
        <p:nvSpPr>
          <p:cNvPr id="60" name="Shape 23">
            <a:extLst>
              <a:ext uri="{FF2B5EF4-FFF2-40B4-BE49-F238E27FC236}">
                <a16:creationId xmlns:a16="http://schemas.microsoft.com/office/drawing/2014/main" id="{89B21A04-EC54-77BB-7513-1A7FD0C6863B}"/>
              </a:ext>
            </a:extLst>
          </p:cNvPr>
          <p:cNvSpPr/>
          <p:nvPr/>
        </p:nvSpPr>
        <p:spPr>
          <a:xfrm>
            <a:off x="6135368" y="5002086"/>
            <a:ext cx="841248" cy="822960"/>
          </a:xfrm>
          <a:prstGeom prst="rect">
            <a:avLst/>
          </a:prstGeom>
          <a:solidFill>
            <a:srgbClr val="C20E1A"/>
          </a:solidFill>
          <a:ln w="12700">
            <a:solidFill>
              <a:srgbClr val="C20E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1" name="Text 24">
            <a:extLst>
              <a:ext uri="{FF2B5EF4-FFF2-40B4-BE49-F238E27FC236}">
                <a16:creationId xmlns:a16="http://schemas.microsoft.com/office/drawing/2014/main" id="{B57FCBAD-85AD-25D0-3F8F-454F7149D3DB}"/>
              </a:ext>
            </a:extLst>
          </p:cNvPr>
          <p:cNvSpPr/>
          <p:nvPr/>
        </p:nvSpPr>
        <p:spPr>
          <a:xfrm>
            <a:off x="6135368" y="503866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/>
          </a:p>
        </p:txBody>
      </p:sp>
      <p:sp>
        <p:nvSpPr>
          <p:cNvPr id="62" name="Text 25">
            <a:extLst>
              <a:ext uri="{FF2B5EF4-FFF2-40B4-BE49-F238E27FC236}">
                <a16:creationId xmlns:a16="http://schemas.microsoft.com/office/drawing/2014/main" id="{B4366135-E4D2-B37D-55C8-7DEB73A12B6E}"/>
              </a:ext>
            </a:extLst>
          </p:cNvPr>
          <p:cNvSpPr/>
          <p:nvPr/>
        </p:nvSpPr>
        <p:spPr>
          <a:xfrm>
            <a:off x="6153656" y="530383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</a:t>
            </a:r>
            <a:endParaRPr lang="en-US" sz="650"/>
          </a:p>
          <a:p>
            <a:pPr marL="0" indent="0" algn="ctr">
              <a:buNone/>
            </a:pPr>
            <a:r>
              <a:rPr lang="en-US" sz="6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(MiniLM</a:t>
            </a:r>
            <a:endParaRPr lang="en-US" sz="650"/>
          </a:p>
          <a:p>
            <a:pPr marL="0" indent="0" algn="ctr">
              <a:buNone/>
            </a:pPr>
            <a:r>
              <a:rPr lang="en-US" sz="6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cosine)</a:t>
            </a:r>
            <a:endParaRPr lang="en-US" sz="650"/>
          </a:p>
        </p:txBody>
      </p:sp>
      <p:sp>
        <p:nvSpPr>
          <p:cNvPr id="63" name="Text 26">
            <a:extLst>
              <a:ext uri="{FF2B5EF4-FFF2-40B4-BE49-F238E27FC236}">
                <a16:creationId xmlns:a16="http://schemas.microsoft.com/office/drawing/2014/main" id="{59D9A1B4-2C65-6343-307B-94D005F3481A}"/>
              </a:ext>
            </a:extLst>
          </p:cNvPr>
          <p:cNvSpPr/>
          <p:nvPr/>
        </p:nvSpPr>
        <p:spPr>
          <a:xfrm>
            <a:off x="6976616" y="5258118"/>
            <a:ext cx="128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/>
          </a:p>
        </p:txBody>
      </p:sp>
      <p:sp>
        <p:nvSpPr>
          <p:cNvPr id="64" name="Shape 27">
            <a:extLst>
              <a:ext uri="{FF2B5EF4-FFF2-40B4-BE49-F238E27FC236}">
                <a16:creationId xmlns:a16="http://schemas.microsoft.com/office/drawing/2014/main" id="{1D2EF879-9199-417B-6914-81E6A671E788}"/>
              </a:ext>
            </a:extLst>
          </p:cNvPr>
          <p:cNvSpPr/>
          <p:nvPr/>
        </p:nvSpPr>
        <p:spPr>
          <a:xfrm>
            <a:off x="7095488" y="5002086"/>
            <a:ext cx="841248" cy="822960"/>
          </a:xfrm>
          <a:prstGeom prst="rect">
            <a:avLst/>
          </a:prstGeom>
          <a:solidFill>
            <a:srgbClr val="C20E1A"/>
          </a:solidFill>
          <a:ln w="12700">
            <a:solidFill>
              <a:srgbClr val="C20E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5" name="Text 28">
            <a:extLst>
              <a:ext uri="{FF2B5EF4-FFF2-40B4-BE49-F238E27FC236}">
                <a16:creationId xmlns:a16="http://schemas.microsoft.com/office/drawing/2014/main" id="{4B2C4CE1-776F-8C30-6828-7C6036766E1A}"/>
              </a:ext>
            </a:extLst>
          </p:cNvPr>
          <p:cNvSpPr/>
          <p:nvPr/>
        </p:nvSpPr>
        <p:spPr>
          <a:xfrm>
            <a:off x="7095488" y="503866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/>
          </a:p>
        </p:txBody>
      </p:sp>
      <p:sp>
        <p:nvSpPr>
          <p:cNvPr id="66" name="Text 29">
            <a:extLst>
              <a:ext uri="{FF2B5EF4-FFF2-40B4-BE49-F238E27FC236}">
                <a16:creationId xmlns:a16="http://schemas.microsoft.com/office/drawing/2014/main" id="{75E12484-202F-A558-2A10-990297A640B6}"/>
              </a:ext>
            </a:extLst>
          </p:cNvPr>
          <p:cNvSpPr/>
          <p:nvPr/>
        </p:nvSpPr>
        <p:spPr>
          <a:xfrm>
            <a:off x="7113776" y="530383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 on</a:t>
            </a:r>
            <a:endParaRPr lang="en-US" sz="650"/>
          </a:p>
          <a:p>
            <a:pPr marL="0" indent="0" algn="ctr">
              <a:buNone/>
            </a:pPr>
            <a:r>
              <a:rPr lang="en-US" sz="6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Acknow-</a:t>
            </a:r>
            <a:endParaRPr lang="en-US" sz="650"/>
          </a:p>
          <a:p>
            <a:pPr marL="0" indent="0" algn="ctr">
              <a:buNone/>
            </a:pPr>
            <a:r>
              <a:rPr lang="en-US" sz="6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ledgements</a:t>
            </a:r>
            <a:endParaRPr lang="en-US" sz="650"/>
          </a:p>
        </p:txBody>
      </p:sp>
      <p:sp>
        <p:nvSpPr>
          <p:cNvPr id="67" name="Text 30">
            <a:extLst>
              <a:ext uri="{FF2B5EF4-FFF2-40B4-BE49-F238E27FC236}">
                <a16:creationId xmlns:a16="http://schemas.microsoft.com/office/drawing/2014/main" id="{37DFB71F-11A0-4E98-9748-7143643C6D3E}"/>
              </a:ext>
            </a:extLst>
          </p:cNvPr>
          <p:cNvSpPr/>
          <p:nvPr/>
        </p:nvSpPr>
        <p:spPr>
          <a:xfrm>
            <a:off x="7936736" y="5258118"/>
            <a:ext cx="128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/>
          </a:p>
        </p:txBody>
      </p:sp>
      <p:sp>
        <p:nvSpPr>
          <p:cNvPr id="68" name="Shape 31">
            <a:extLst>
              <a:ext uri="{FF2B5EF4-FFF2-40B4-BE49-F238E27FC236}">
                <a16:creationId xmlns:a16="http://schemas.microsoft.com/office/drawing/2014/main" id="{C884AD56-7530-C1BB-C835-6CD54EC5C8E5}"/>
              </a:ext>
            </a:extLst>
          </p:cNvPr>
          <p:cNvSpPr/>
          <p:nvPr/>
        </p:nvSpPr>
        <p:spPr>
          <a:xfrm>
            <a:off x="8055608" y="5002086"/>
            <a:ext cx="841248" cy="822960"/>
          </a:xfrm>
          <a:prstGeom prst="rect">
            <a:avLst/>
          </a:prstGeom>
          <a:solidFill>
            <a:srgbClr val="027A5F"/>
          </a:solidFill>
          <a:ln w="12700">
            <a:solidFill>
              <a:srgbClr val="02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Text 32">
            <a:extLst>
              <a:ext uri="{FF2B5EF4-FFF2-40B4-BE49-F238E27FC236}">
                <a16:creationId xmlns:a16="http://schemas.microsoft.com/office/drawing/2014/main" id="{4B8BBA61-C991-6DCD-9DBB-40986B2FAFCF}"/>
              </a:ext>
            </a:extLst>
          </p:cNvPr>
          <p:cNvSpPr/>
          <p:nvPr/>
        </p:nvSpPr>
        <p:spPr>
          <a:xfrm>
            <a:off x="8055608" y="503866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/>
          </a:p>
        </p:txBody>
      </p:sp>
      <p:sp>
        <p:nvSpPr>
          <p:cNvPr id="70" name="Text 33">
            <a:extLst>
              <a:ext uri="{FF2B5EF4-FFF2-40B4-BE49-F238E27FC236}">
                <a16:creationId xmlns:a16="http://schemas.microsoft.com/office/drawing/2014/main" id="{330873D1-6663-2D20-5FBB-EE1AD2BD82A3}"/>
              </a:ext>
            </a:extLst>
          </p:cNvPr>
          <p:cNvSpPr/>
          <p:nvPr/>
        </p:nvSpPr>
        <p:spPr>
          <a:xfrm>
            <a:off x="8073896" y="530383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650"/>
          </a:p>
          <a:p>
            <a:pPr marL="0" indent="0" algn="ctr">
              <a:buNone/>
            </a:pPr>
            <a:r>
              <a:rPr lang="en-US" sz="6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</a:t>
            </a:r>
            <a:endParaRPr lang="en-US" sz="650"/>
          </a:p>
          <a:p>
            <a:pPr marL="0" indent="0" algn="ctr">
              <a:buNone/>
            </a:pPr>
            <a:r>
              <a:rPr lang="en-US" sz="6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(rdflib)</a:t>
            </a:r>
            <a:endParaRPr lang="en-US" sz="650"/>
          </a:p>
        </p:txBody>
      </p:sp>
      <p:sp>
        <p:nvSpPr>
          <p:cNvPr id="71" name="Text 34">
            <a:extLst>
              <a:ext uri="{FF2B5EF4-FFF2-40B4-BE49-F238E27FC236}">
                <a16:creationId xmlns:a16="http://schemas.microsoft.com/office/drawing/2014/main" id="{4B1B7A88-AEAF-5A3D-EAD3-55AA344D2692}"/>
              </a:ext>
            </a:extLst>
          </p:cNvPr>
          <p:cNvSpPr/>
          <p:nvPr/>
        </p:nvSpPr>
        <p:spPr>
          <a:xfrm>
            <a:off x="8896856" y="5258118"/>
            <a:ext cx="128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900"/>
          </a:p>
        </p:txBody>
      </p:sp>
      <p:sp>
        <p:nvSpPr>
          <p:cNvPr id="72" name="Shape 35">
            <a:extLst>
              <a:ext uri="{FF2B5EF4-FFF2-40B4-BE49-F238E27FC236}">
                <a16:creationId xmlns:a16="http://schemas.microsoft.com/office/drawing/2014/main" id="{D6BFD624-0D96-BAAD-609F-3C5F154D395B}"/>
              </a:ext>
            </a:extLst>
          </p:cNvPr>
          <p:cNvSpPr/>
          <p:nvPr/>
        </p:nvSpPr>
        <p:spPr>
          <a:xfrm>
            <a:off x="9015728" y="5002086"/>
            <a:ext cx="841248" cy="822960"/>
          </a:xfrm>
          <a:prstGeom prst="rect">
            <a:avLst/>
          </a:prstGeom>
          <a:solidFill>
            <a:srgbClr val="027A5F"/>
          </a:solidFill>
          <a:ln w="12700">
            <a:solidFill>
              <a:srgbClr val="02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3" name="Text 36">
            <a:extLst>
              <a:ext uri="{FF2B5EF4-FFF2-40B4-BE49-F238E27FC236}">
                <a16:creationId xmlns:a16="http://schemas.microsoft.com/office/drawing/2014/main" id="{4F919E64-9E5B-56EE-6810-FD15B04D9D89}"/>
              </a:ext>
            </a:extLst>
          </p:cNvPr>
          <p:cNvSpPr/>
          <p:nvPr/>
        </p:nvSpPr>
        <p:spPr>
          <a:xfrm>
            <a:off x="9015728" y="5038662"/>
            <a:ext cx="841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08+</a:t>
            </a:r>
            <a:endParaRPr lang="en-US" sz="1200"/>
          </a:p>
        </p:txBody>
      </p:sp>
      <p:sp>
        <p:nvSpPr>
          <p:cNvPr id="74" name="Text 37">
            <a:extLst>
              <a:ext uri="{FF2B5EF4-FFF2-40B4-BE49-F238E27FC236}">
                <a16:creationId xmlns:a16="http://schemas.microsoft.com/office/drawing/2014/main" id="{74AA2416-7A2F-9FB5-2B29-C7FB9C72CD35}"/>
              </a:ext>
            </a:extLst>
          </p:cNvPr>
          <p:cNvSpPr/>
          <p:nvPr/>
        </p:nvSpPr>
        <p:spPr>
          <a:xfrm>
            <a:off x="9034016" y="530383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 +</a:t>
            </a:r>
            <a:endParaRPr lang="en-US" sz="650"/>
          </a:p>
          <a:p>
            <a:pPr marL="0" indent="0" algn="ctr">
              <a:buNone/>
            </a:pPr>
            <a:r>
              <a:rPr lang="en-US" sz="6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SHACL +</a:t>
            </a:r>
            <a:endParaRPr lang="en-US" sz="650"/>
          </a:p>
          <a:p>
            <a:pPr marL="0" indent="0" algn="ctr">
              <a:buNone/>
            </a:pPr>
            <a:r>
              <a:rPr lang="en-US" sz="6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RO-Crate</a:t>
            </a:r>
            <a:endParaRPr lang="en-US" sz="650"/>
          </a:p>
        </p:txBody>
      </p:sp>
      <p:sp>
        <p:nvSpPr>
          <p:cNvPr id="75" name="Shape 38">
            <a:extLst>
              <a:ext uri="{FF2B5EF4-FFF2-40B4-BE49-F238E27FC236}">
                <a16:creationId xmlns:a16="http://schemas.microsoft.com/office/drawing/2014/main" id="{D04F4321-7F8B-6D97-17BD-F6A94D1FF264}"/>
              </a:ext>
            </a:extLst>
          </p:cNvPr>
          <p:cNvSpPr/>
          <p:nvPr/>
        </p:nvSpPr>
        <p:spPr>
          <a:xfrm>
            <a:off x="1334768" y="5916486"/>
            <a:ext cx="3721608" cy="256032"/>
          </a:xfrm>
          <a:prstGeom prst="rect">
            <a:avLst/>
          </a:prstGeom>
          <a:solidFill>
            <a:srgbClr val="0F1F4B">
              <a:alpha val="20000"/>
            </a:srgbClr>
          </a:solidFill>
          <a:ln w="9525">
            <a:solidFill>
              <a:srgbClr val="0F1F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6" name="Text 39">
            <a:extLst>
              <a:ext uri="{FF2B5EF4-FFF2-40B4-BE49-F238E27FC236}">
                <a16:creationId xmlns:a16="http://schemas.microsoft.com/office/drawing/2014/main" id="{9946928E-E9A6-F18D-9F44-715AA342CA1A}"/>
              </a:ext>
            </a:extLst>
          </p:cNvPr>
          <p:cNvSpPr/>
          <p:nvPr/>
        </p:nvSpPr>
        <p:spPr>
          <a:xfrm>
            <a:off x="1334768" y="5916486"/>
            <a:ext cx="37216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F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750"/>
          </a:p>
        </p:txBody>
      </p:sp>
      <p:sp>
        <p:nvSpPr>
          <p:cNvPr id="77" name="Shape 40">
            <a:extLst>
              <a:ext uri="{FF2B5EF4-FFF2-40B4-BE49-F238E27FC236}">
                <a16:creationId xmlns:a16="http://schemas.microsoft.com/office/drawing/2014/main" id="{AF3E5290-5111-DC0F-EFEC-959592CB54DE}"/>
              </a:ext>
            </a:extLst>
          </p:cNvPr>
          <p:cNvSpPr/>
          <p:nvPr/>
        </p:nvSpPr>
        <p:spPr>
          <a:xfrm>
            <a:off x="5175248" y="5916486"/>
            <a:ext cx="2761488" cy="256032"/>
          </a:xfrm>
          <a:prstGeom prst="rect">
            <a:avLst/>
          </a:prstGeom>
          <a:solidFill>
            <a:srgbClr val="C20E1A">
              <a:alpha val="20000"/>
            </a:srgbClr>
          </a:solidFill>
          <a:ln w="9525">
            <a:solidFill>
              <a:srgbClr val="C20E1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8" name="Text 41">
            <a:extLst>
              <a:ext uri="{FF2B5EF4-FFF2-40B4-BE49-F238E27FC236}">
                <a16:creationId xmlns:a16="http://schemas.microsoft.com/office/drawing/2014/main" id="{F03867E8-4E7E-B074-F218-884441EA15BD}"/>
              </a:ext>
            </a:extLst>
          </p:cNvPr>
          <p:cNvSpPr/>
          <p:nvPr/>
        </p:nvSpPr>
        <p:spPr>
          <a:xfrm>
            <a:off x="5175248" y="5916486"/>
            <a:ext cx="2761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C2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MODELS</a:t>
            </a:r>
            <a:endParaRPr lang="en-US" sz="750"/>
          </a:p>
        </p:txBody>
      </p:sp>
      <p:sp>
        <p:nvSpPr>
          <p:cNvPr id="79" name="Shape 42">
            <a:extLst>
              <a:ext uri="{FF2B5EF4-FFF2-40B4-BE49-F238E27FC236}">
                <a16:creationId xmlns:a16="http://schemas.microsoft.com/office/drawing/2014/main" id="{68BF93BB-616F-6BE4-B51F-ED17D745400D}"/>
              </a:ext>
            </a:extLst>
          </p:cNvPr>
          <p:cNvSpPr/>
          <p:nvPr/>
        </p:nvSpPr>
        <p:spPr>
          <a:xfrm>
            <a:off x="8055608" y="5916486"/>
            <a:ext cx="1801368" cy="256032"/>
          </a:xfrm>
          <a:prstGeom prst="rect">
            <a:avLst/>
          </a:prstGeom>
          <a:solidFill>
            <a:srgbClr val="027A5F">
              <a:alpha val="20000"/>
            </a:srgbClr>
          </a:solidFill>
          <a:ln w="9525">
            <a:solidFill>
              <a:srgbClr val="027A5F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0" name="Text 43">
            <a:extLst>
              <a:ext uri="{FF2B5EF4-FFF2-40B4-BE49-F238E27FC236}">
                <a16:creationId xmlns:a16="http://schemas.microsoft.com/office/drawing/2014/main" id="{BC36952B-5A73-A711-3981-36CD324BA695}"/>
              </a:ext>
            </a:extLst>
          </p:cNvPr>
          <p:cNvSpPr/>
          <p:nvPr/>
        </p:nvSpPr>
        <p:spPr>
          <a:xfrm>
            <a:off x="8055608" y="5916486"/>
            <a:ext cx="1801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>
                <a:solidFill>
                  <a:srgbClr val="02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PACKAGE</a:t>
            </a:r>
            <a:endParaRPr lang="en-US" sz="750"/>
          </a:p>
        </p:txBody>
      </p:sp>
    </p:spTree>
    <p:extLst>
      <p:ext uri="{BB962C8B-B14F-4D97-AF65-F5344CB8AC3E}">
        <p14:creationId xmlns:p14="http://schemas.microsoft.com/office/powerpoint/2010/main" val="37576550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285DB-38CD-8DB5-182E-8E52BB042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Knowledge Graph</a:t>
            </a:r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002839-1A5C-F6EF-D401-CA85755C8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6946" y="1918292"/>
            <a:ext cx="7460316" cy="4424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2072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DD297-FD2C-1C9E-9D02-C6DC9B62C8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Resultados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AB9FB-C0F7-E1A4-C533-0B9F08A2DF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/>
              <a:t>Se construyó un Knowledge Graph en RDF a partir de publicaciones científicas y sus metadatos. </a:t>
            </a:r>
          </a:p>
          <a:p>
            <a:r>
              <a:rPr lang="es-ES"/>
              <a:t>El grafo integra información relacionada con: </a:t>
            </a:r>
          </a:p>
          <a:p>
            <a:pPr lvl="1"/>
            <a:r>
              <a:rPr lang="es-ES"/>
              <a:t>artículos científicos</a:t>
            </a:r>
          </a:p>
          <a:p>
            <a:pPr lvl="1"/>
            <a:r>
              <a:rPr lang="es-ES"/>
              <a:t>DOI</a:t>
            </a:r>
          </a:p>
          <a:p>
            <a:pPr lvl="1"/>
            <a:r>
              <a:rPr lang="es-ES"/>
              <a:t>años de publicación</a:t>
            </a:r>
          </a:p>
          <a:p>
            <a:pPr lvl="1"/>
            <a:r>
              <a:rPr lang="es-ES"/>
              <a:t>autores</a:t>
            </a:r>
          </a:p>
          <a:p>
            <a:pPr lvl="1"/>
            <a:r>
              <a:rPr lang="es-ES"/>
              <a:t>temas de investigación</a:t>
            </a:r>
          </a:p>
          <a:p>
            <a:pPr lvl="1"/>
            <a:r>
              <a:rPr lang="es-ES"/>
              <a:t>enlaces a repositorios externos</a:t>
            </a:r>
          </a:p>
          <a:p>
            <a:r>
              <a:rPr lang="es-ES"/>
              <a:t>La representación semántica se implementó mediante triples RDF utilizando una ontología propia basada en entidades como Paper. El sistema permitió estructurar y relacionar automáticamente información científica para su posterior análisis semántico.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3355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6FFE7C-E606-EE72-DE9A-07E45C0B9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Validación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58749-9169-E48B-36AA-B320D7745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/>
              <a:t>La validación del Knowledge Graph se realizó utilizando SHACL  junto con la librería </a:t>
            </a:r>
            <a:r>
              <a:rPr lang="es-ES" err="1"/>
              <a:t>pySHACL</a:t>
            </a:r>
            <a:r>
              <a:rPr lang="es-ES"/>
              <a:t>. </a:t>
            </a:r>
          </a:p>
          <a:p>
            <a:r>
              <a:rPr lang="es-ES"/>
              <a:t>Se definieron reglas semánticas para comprobar automáticamente: </a:t>
            </a:r>
          </a:p>
          <a:p>
            <a:pPr lvl="1"/>
            <a:r>
              <a:rPr lang="es-ES"/>
              <a:t>que cada publicación tuviera un único DOI válido, </a:t>
            </a:r>
          </a:p>
          <a:p>
            <a:pPr lvl="1"/>
            <a:r>
              <a:rPr lang="es-ES"/>
              <a:t>que las organizaciones incluyeran identificadores ROR correctos, </a:t>
            </a:r>
          </a:p>
          <a:p>
            <a:pPr lvl="1"/>
            <a:r>
              <a:rPr lang="es-ES"/>
              <a:t>que las afiliaciones estuvieran asociadas a una organización, </a:t>
            </a:r>
          </a:p>
          <a:p>
            <a:pPr lvl="1"/>
            <a:r>
              <a:rPr lang="es-ES"/>
              <a:t>que las probabilidades de </a:t>
            </a:r>
            <a:r>
              <a:rPr lang="es-ES" err="1"/>
              <a:t>topics</a:t>
            </a:r>
            <a:r>
              <a:rPr lang="es-ES"/>
              <a:t> estuvieran en el rango [0,1], </a:t>
            </a:r>
          </a:p>
          <a:p>
            <a:pPr lvl="1"/>
            <a:r>
              <a:rPr lang="es-ES"/>
              <a:t>que las relaciones de similitud entre </a:t>
            </a:r>
            <a:r>
              <a:rPr lang="es-ES" err="1"/>
              <a:t>papers</a:t>
            </a:r>
            <a:r>
              <a:rPr lang="es-ES"/>
              <a:t> fueran consistentes.</a:t>
            </a:r>
            <a:endParaRPr lang="en-GB"/>
          </a:p>
        </p:txBody>
      </p: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B32E7B32-174D-6854-D55E-EF3AA7196C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5212495"/>
              </p:ext>
            </p:extLst>
          </p:nvPr>
        </p:nvGraphicFramePr>
        <p:xfrm>
          <a:off x="1261872" y="3222172"/>
          <a:ext cx="8595360" cy="43513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0012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106378C3-EA41-4A0B-8144-97AF179E9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8693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ABC575D-863A-449B-AA18-A22D2A84C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752" y="0"/>
            <a:ext cx="5165308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6DFBF1-A1B8-870F-CC35-4B4A3F672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250" y="648864"/>
            <a:ext cx="4419074" cy="5560272"/>
          </a:xfrm>
        </p:spPr>
        <p:txBody>
          <a:bodyPr anchor="ctr">
            <a:normAutofit/>
          </a:bodyPr>
          <a:lstStyle/>
          <a:p>
            <a:r>
              <a:rPr lang="en-GB"/>
              <a:t>Demo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32A87A1-E008-492C-8D91-EA0B5488DA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96258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D9AFC03E9D3DC4F936DD3BF858258F6" ma:contentTypeVersion="6" ma:contentTypeDescription="Crear nuevo documento." ma:contentTypeScope="" ma:versionID="8bec7ee60cf4e8a641f7cf211eb013b6">
  <xsd:schema xmlns:xsd="http://www.w3.org/2001/XMLSchema" xmlns:xs="http://www.w3.org/2001/XMLSchema" xmlns:p="http://schemas.microsoft.com/office/2006/metadata/properties" xmlns:ns3="3d29e554-f40c-4f7f-9ac1-78fafbc347e1" targetNamespace="http://schemas.microsoft.com/office/2006/metadata/properties" ma:root="true" ma:fieldsID="b055e48c8a86b87d0262c00376c41a45" ns3:_="">
    <xsd:import namespace="3d29e554-f40c-4f7f-9ac1-78fafbc347e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29e554-f40c-4f7f-9ac1-78fafbc347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d29e554-f40c-4f7f-9ac1-78fafbc347e1" xsi:nil="true"/>
  </documentManagement>
</p:properties>
</file>

<file path=customXml/itemProps1.xml><?xml version="1.0" encoding="utf-8"?>
<ds:datastoreItem xmlns:ds="http://schemas.openxmlformats.org/officeDocument/2006/customXml" ds:itemID="{2A578B02-534A-4A0F-AEF8-A03FA9A9EFA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FD72FE-BEEA-4C9B-B7E5-F6AE06898187}">
  <ds:schemaRefs>
    <ds:schemaRef ds:uri="3d29e554-f40c-4f7f-9ac1-78fafbc347e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FE46ACA-C5D1-4C07-B09A-BC62542797ED}">
  <ds:schemaRefs>
    <ds:schemaRef ds:uri="3d29e554-f40c-4f7f-9ac1-78fafbc347e1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Application>Microsoft Office PowerPoint</Application>
  <PresentationFormat>Panorámica</PresentationFormat>
  <Slides>9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View</vt:lpstr>
      <vt:lpstr>Knowledge Graph para Publicaciones Científicas</vt:lpstr>
      <vt:lpstr> índice</vt:lpstr>
      <vt:lpstr>Problema y Objetivos</vt:lpstr>
      <vt:lpstr>Fuentes de Datos y Preprocesamiento </vt:lpstr>
      <vt:lpstr>Diseño y Flujo de Trabajo</vt:lpstr>
      <vt:lpstr>Knowledge Graph</vt:lpstr>
      <vt:lpstr>Resultados</vt:lpstr>
      <vt:lpstr>Validación</vt:lpstr>
      <vt:lpstr>Demo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TANIA MOBASSER ASLFAKOURI</dc:creator>
  <cp:revision>5</cp:revision>
  <dcterms:created xsi:type="dcterms:W3CDTF">2026-05-26T17:59:34Z</dcterms:created>
  <dcterms:modified xsi:type="dcterms:W3CDTF">2026-05-26T21:57:54Z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0x0101000D9AFC03E9D3DC4F936DD3BF858258F6</vt:lpwstr>
  </property>
</Properties>
</file>